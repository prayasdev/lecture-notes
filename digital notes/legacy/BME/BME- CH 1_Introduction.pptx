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1"/>
  </p:notesMasterIdLst>
  <p:sldIdLst>
    <p:sldId id="257" r:id="rId2"/>
    <p:sldId id="380" r:id="rId3"/>
    <p:sldId id="381" r:id="rId4"/>
    <p:sldId id="382" r:id="rId5"/>
    <p:sldId id="383" r:id="rId6"/>
    <p:sldId id="384" r:id="rId7"/>
    <p:sldId id="385" r:id="rId8"/>
    <p:sldId id="386" r:id="rId9"/>
    <p:sldId id="387" r:id="rId10"/>
    <p:sldId id="388" r:id="rId11"/>
    <p:sldId id="389" r:id="rId12"/>
    <p:sldId id="390" r:id="rId13"/>
    <p:sldId id="391" r:id="rId14"/>
    <p:sldId id="392" r:id="rId15"/>
    <p:sldId id="393" r:id="rId16"/>
    <p:sldId id="394" r:id="rId17"/>
    <p:sldId id="395" r:id="rId18"/>
    <p:sldId id="396" r:id="rId19"/>
    <p:sldId id="397" r:id="rId20"/>
    <p:sldId id="398" r:id="rId21"/>
    <p:sldId id="399" r:id="rId22"/>
    <p:sldId id="410" r:id="rId23"/>
    <p:sldId id="400" r:id="rId24"/>
    <p:sldId id="403" r:id="rId25"/>
    <p:sldId id="407" r:id="rId26"/>
    <p:sldId id="404" r:id="rId27"/>
    <p:sldId id="405" r:id="rId28"/>
    <p:sldId id="408" r:id="rId29"/>
    <p:sldId id="409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11BBAF"/>
    <a:srgbClr val="FFCA4F"/>
    <a:srgbClr val="854F89"/>
    <a:srgbClr val="FFE152"/>
    <a:srgbClr val="DD00FF"/>
    <a:srgbClr val="D8D5ED"/>
    <a:srgbClr val="B5FCFF"/>
    <a:srgbClr val="40BA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9E446D5-712E-44CF-8751-F818A5FB87BF}" type="doc">
      <dgm:prSet loTypeId="urn:microsoft.com/office/officeart/2005/8/layout/orgChart1" loCatId="hierarchy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E4E137A-7CEF-4359-BCF7-EC00DA9E6D69}">
      <dgm:prSet phldrT="[Text]"/>
      <dgm:spPr>
        <a:solidFill>
          <a:schemeClr val="bg1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Types of energy sources used by prime movers</a:t>
          </a:r>
        </a:p>
      </dgm:t>
    </dgm:pt>
    <dgm:pt modelId="{B706CE08-5940-4716-9A50-971BBF8F1D79}" type="parTrans" cxnId="{727C7B05-4B05-4D8C-8AC1-FA8240742614}">
      <dgm:prSet/>
      <dgm:spPr/>
      <dgm:t>
        <a:bodyPr/>
        <a:lstStyle/>
        <a:p>
          <a:endParaRPr lang="en-US"/>
        </a:p>
      </dgm:t>
    </dgm:pt>
    <dgm:pt modelId="{F41055E5-D101-4574-9142-5282DDFCE6E3}" type="sibTrans" cxnId="{727C7B05-4B05-4D8C-8AC1-FA8240742614}">
      <dgm:prSet/>
      <dgm:spPr/>
      <dgm:t>
        <a:bodyPr/>
        <a:lstStyle/>
        <a:p>
          <a:endParaRPr lang="en-US"/>
        </a:p>
      </dgm:t>
    </dgm:pt>
    <dgm:pt modelId="{CAF7B086-FDDB-4D1D-ABFE-4186EB3D896E}">
      <dgm:prSet phldrT="[Text]"/>
      <dgm:spPr>
        <a:solidFill>
          <a:schemeClr val="bg1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Thermal</a:t>
          </a:r>
        </a:p>
      </dgm:t>
    </dgm:pt>
    <dgm:pt modelId="{EC77D73E-ACDA-4944-81CC-9BF5182A35DD}" type="parTrans" cxnId="{FB1FCB1D-C945-4A5C-96C3-A3F4B1AA7CBC}">
      <dgm:prSet/>
      <dgm:spPr>
        <a:ln w="57150"/>
      </dgm:spPr>
      <dgm:t>
        <a:bodyPr/>
        <a:lstStyle/>
        <a:p>
          <a:endParaRPr lang="en-US"/>
        </a:p>
      </dgm:t>
    </dgm:pt>
    <dgm:pt modelId="{C7FBB6E3-7B72-4776-9FBE-B1A011696651}" type="sibTrans" cxnId="{FB1FCB1D-C945-4A5C-96C3-A3F4B1AA7CBC}">
      <dgm:prSet/>
      <dgm:spPr/>
      <dgm:t>
        <a:bodyPr/>
        <a:lstStyle/>
        <a:p>
          <a:endParaRPr lang="en-US"/>
        </a:p>
      </dgm:t>
    </dgm:pt>
    <dgm:pt modelId="{93051706-DD39-4EED-A719-AC12D337CC23}">
      <dgm:prSet phldrT="[Text]"/>
      <dgm:spPr>
        <a:solidFill>
          <a:schemeClr val="bg1"/>
        </a:solidFill>
        <a:ln w="9525"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Non Thermal</a:t>
          </a:r>
        </a:p>
      </dgm:t>
    </dgm:pt>
    <dgm:pt modelId="{608A9D8A-4EC4-4647-BA23-15BA4533FC5C}" type="parTrans" cxnId="{EBDE0711-0CDB-4436-B0E6-058E22523D8A}">
      <dgm:prSet/>
      <dgm:spPr>
        <a:ln w="57150"/>
      </dgm:spPr>
      <dgm:t>
        <a:bodyPr/>
        <a:lstStyle/>
        <a:p>
          <a:endParaRPr lang="en-US"/>
        </a:p>
      </dgm:t>
    </dgm:pt>
    <dgm:pt modelId="{5DC89FAA-6363-4ECB-9BCC-A6A7083DD658}" type="sibTrans" cxnId="{EBDE0711-0CDB-4436-B0E6-058E22523D8A}">
      <dgm:prSet/>
      <dgm:spPr/>
      <dgm:t>
        <a:bodyPr/>
        <a:lstStyle/>
        <a:p>
          <a:endParaRPr lang="en-US"/>
        </a:p>
      </dgm:t>
    </dgm:pt>
    <dgm:pt modelId="{8999C3D5-9BB7-490E-9022-8B97E14E5D4D}" type="pres">
      <dgm:prSet presAssocID="{D9E446D5-712E-44CF-8751-F818A5FB87BF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2E80A0CD-BFCB-45A0-BD5D-F0FCA7838BF8}" type="pres">
      <dgm:prSet presAssocID="{1E4E137A-7CEF-4359-BCF7-EC00DA9E6D69}" presName="hierRoot1" presStyleCnt="0">
        <dgm:presLayoutVars>
          <dgm:hierBranch val="init"/>
        </dgm:presLayoutVars>
      </dgm:prSet>
      <dgm:spPr/>
    </dgm:pt>
    <dgm:pt modelId="{EF9FA888-33E5-4EAE-959D-E277A4B7CECD}" type="pres">
      <dgm:prSet presAssocID="{1E4E137A-7CEF-4359-BCF7-EC00DA9E6D69}" presName="rootComposite1" presStyleCnt="0"/>
      <dgm:spPr/>
    </dgm:pt>
    <dgm:pt modelId="{7B28F00A-DD7D-4F5B-AFAA-329FB30CD75D}" type="pres">
      <dgm:prSet presAssocID="{1E4E137A-7CEF-4359-BCF7-EC00DA9E6D69}" presName="rootText1" presStyleLbl="node0" presStyleIdx="0" presStyleCnt="1" custScaleX="294823">
        <dgm:presLayoutVars>
          <dgm:chPref val="3"/>
        </dgm:presLayoutVars>
      </dgm:prSet>
      <dgm:spPr/>
    </dgm:pt>
    <dgm:pt modelId="{DE5A50DC-83AA-4E19-8079-734A029A2FD2}" type="pres">
      <dgm:prSet presAssocID="{1E4E137A-7CEF-4359-BCF7-EC00DA9E6D69}" presName="rootConnector1" presStyleLbl="node1" presStyleIdx="0" presStyleCnt="0"/>
      <dgm:spPr/>
    </dgm:pt>
    <dgm:pt modelId="{D07C16CE-708D-4F6A-A9A3-07EDDC46E980}" type="pres">
      <dgm:prSet presAssocID="{1E4E137A-7CEF-4359-BCF7-EC00DA9E6D69}" presName="hierChild2" presStyleCnt="0"/>
      <dgm:spPr/>
    </dgm:pt>
    <dgm:pt modelId="{FC03F1E7-F04C-4CAE-8E5B-D29609D7DE25}" type="pres">
      <dgm:prSet presAssocID="{EC77D73E-ACDA-4944-81CC-9BF5182A35DD}" presName="Name37" presStyleLbl="parChTrans1D2" presStyleIdx="0" presStyleCnt="2"/>
      <dgm:spPr/>
    </dgm:pt>
    <dgm:pt modelId="{D7F046B8-7AE1-45B3-BE54-879458F16A3D}" type="pres">
      <dgm:prSet presAssocID="{CAF7B086-FDDB-4D1D-ABFE-4186EB3D896E}" presName="hierRoot2" presStyleCnt="0">
        <dgm:presLayoutVars>
          <dgm:hierBranch val="init"/>
        </dgm:presLayoutVars>
      </dgm:prSet>
      <dgm:spPr/>
    </dgm:pt>
    <dgm:pt modelId="{918D46C2-FE6E-401A-A8E5-B53A4B7F1AE4}" type="pres">
      <dgm:prSet presAssocID="{CAF7B086-FDDB-4D1D-ABFE-4186EB3D896E}" presName="rootComposite" presStyleCnt="0"/>
      <dgm:spPr/>
    </dgm:pt>
    <dgm:pt modelId="{6F6F0629-4667-4F78-809D-376B80ECAE6C}" type="pres">
      <dgm:prSet presAssocID="{CAF7B086-FDDB-4D1D-ABFE-4186EB3D896E}" presName="rootText" presStyleLbl="node2" presStyleIdx="0" presStyleCnt="2">
        <dgm:presLayoutVars>
          <dgm:chPref val="3"/>
        </dgm:presLayoutVars>
      </dgm:prSet>
      <dgm:spPr/>
    </dgm:pt>
    <dgm:pt modelId="{C302F35C-B7A9-4009-BAE1-F73BB32C1405}" type="pres">
      <dgm:prSet presAssocID="{CAF7B086-FDDB-4D1D-ABFE-4186EB3D896E}" presName="rootConnector" presStyleLbl="node2" presStyleIdx="0" presStyleCnt="2"/>
      <dgm:spPr/>
    </dgm:pt>
    <dgm:pt modelId="{F2681130-C7C0-4539-9FA6-4C1540DAB5EC}" type="pres">
      <dgm:prSet presAssocID="{CAF7B086-FDDB-4D1D-ABFE-4186EB3D896E}" presName="hierChild4" presStyleCnt="0"/>
      <dgm:spPr/>
    </dgm:pt>
    <dgm:pt modelId="{374BE808-C26B-41FA-B792-F2EE90CED670}" type="pres">
      <dgm:prSet presAssocID="{CAF7B086-FDDB-4D1D-ABFE-4186EB3D896E}" presName="hierChild5" presStyleCnt="0"/>
      <dgm:spPr/>
    </dgm:pt>
    <dgm:pt modelId="{2EBFF7CD-8057-41F3-9AEB-B237A17CBB67}" type="pres">
      <dgm:prSet presAssocID="{608A9D8A-4EC4-4647-BA23-15BA4533FC5C}" presName="Name37" presStyleLbl="parChTrans1D2" presStyleIdx="1" presStyleCnt="2"/>
      <dgm:spPr/>
    </dgm:pt>
    <dgm:pt modelId="{C31C80B9-C596-4A23-827D-9A27C3C79675}" type="pres">
      <dgm:prSet presAssocID="{93051706-DD39-4EED-A719-AC12D337CC23}" presName="hierRoot2" presStyleCnt="0">
        <dgm:presLayoutVars>
          <dgm:hierBranch val="init"/>
        </dgm:presLayoutVars>
      </dgm:prSet>
      <dgm:spPr/>
    </dgm:pt>
    <dgm:pt modelId="{09855010-DEA5-44AB-9074-011D4A3894CE}" type="pres">
      <dgm:prSet presAssocID="{93051706-DD39-4EED-A719-AC12D337CC23}" presName="rootComposite" presStyleCnt="0"/>
      <dgm:spPr/>
    </dgm:pt>
    <dgm:pt modelId="{E0FD2126-2E26-4C52-AC37-90D9538B8F76}" type="pres">
      <dgm:prSet presAssocID="{93051706-DD39-4EED-A719-AC12D337CC23}" presName="rootText" presStyleLbl="node2" presStyleIdx="1" presStyleCnt="2">
        <dgm:presLayoutVars>
          <dgm:chPref val="3"/>
        </dgm:presLayoutVars>
      </dgm:prSet>
      <dgm:spPr/>
    </dgm:pt>
    <dgm:pt modelId="{CA8C9DCF-A666-4E24-862A-11B756FF9996}" type="pres">
      <dgm:prSet presAssocID="{93051706-DD39-4EED-A719-AC12D337CC23}" presName="rootConnector" presStyleLbl="node2" presStyleIdx="1" presStyleCnt="2"/>
      <dgm:spPr/>
    </dgm:pt>
    <dgm:pt modelId="{E82D8567-2EE7-43E6-A337-CBACD967B0FE}" type="pres">
      <dgm:prSet presAssocID="{93051706-DD39-4EED-A719-AC12D337CC23}" presName="hierChild4" presStyleCnt="0"/>
      <dgm:spPr/>
    </dgm:pt>
    <dgm:pt modelId="{A7D638CF-C595-43B6-BEE6-DC819C2E5F9A}" type="pres">
      <dgm:prSet presAssocID="{93051706-DD39-4EED-A719-AC12D337CC23}" presName="hierChild5" presStyleCnt="0"/>
      <dgm:spPr/>
    </dgm:pt>
    <dgm:pt modelId="{8B4B2DF8-B0DB-47FD-A82F-0FDA79A42D23}" type="pres">
      <dgm:prSet presAssocID="{1E4E137A-7CEF-4359-BCF7-EC00DA9E6D69}" presName="hierChild3" presStyleCnt="0"/>
      <dgm:spPr/>
    </dgm:pt>
  </dgm:ptLst>
  <dgm:cxnLst>
    <dgm:cxn modelId="{727C7B05-4B05-4D8C-8AC1-FA8240742614}" srcId="{D9E446D5-712E-44CF-8751-F818A5FB87BF}" destId="{1E4E137A-7CEF-4359-BCF7-EC00DA9E6D69}" srcOrd="0" destOrd="0" parTransId="{B706CE08-5940-4716-9A50-971BBF8F1D79}" sibTransId="{F41055E5-D101-4574-9142-5282DDFCE6E3}"/>
    <dgm:cxn modelId="{9D0BE70A-CD08-4C18-89A5-C5BC47C78048}" type="presOf" srcId="{1E4E137A-7CEF-4359-BCF7-EC00DA9E6D69}" destId="{7B28F00A-DD7D-4F5B-AFAA-329FB30CD75D}" srcOrd="0" destOrd="0" presId="urn:microsoft.com/office/officeart/2005/8/layout/orgChart1"/>
    <dgm:cxn modelId="{C47EEF0C-FC5A-4533-A15B-BD05F57C60BB}" type="presOf" srcId="{EC77D73E-ACDA-4944-81CC-9BF5182A35DD}" destId="{FC03F1E7-F04C-4CAE-8E5B-D29609D7DE25}" srcOrd="0" destOrd="0" presId="urn:microsoft.com/office/officeart/2005/8/layout/orgChart1"/>
    <dgm:cxn modelId="{EBDE0711-0CDB-4436-B0E6-058E22523D8A}" srcId="{1E4E137A-7CEF-4359-BCF7-EC00DA9E6D69}" destId="{93051706-DD39-4EED-A719-AC12D337CC23}" srcOrd="1" destOrd="0" parTransId="{608A9D8A-4EC4-4647-BA23-15BA4533FC5C}" sibTransId="{5DC89FAA-6363-4ECB-9BCC-A6A7083DD658}"/>
    <dgm:cxn modelId="{FB1FCB1D-C945-4A5C-96C3-A3F4B1AA7CBC}" srcId="{1E4E137A-7CEF-4359-BCF7-EC00DA9E6D69}" destId="{CAF7B086-FDDB-4D1D-ABFE-4186EB3D896E}" srcOrd="0" destOrd="0" parTransId="{EC77D73E-ACDA-4944-81CC-9BF5182A35DD}" sibTransId="{C7FBB6E3-7B72-4776-9FBE-B1A011696651}"/>
    <dgm:cxn modelId="{040F9058-B5C5-46FF-A02B-67C51CA7661D}" type="presOf" srcId="{608A9D8A-4EC4-4647-BA23-15BA4533FC5C}" destId="{2EBFF7CD-8057-41F3-9AEB-B237A17CBB67}" srcOrd="0" destOrd="0" presId="urn:microsoft.com/office/officeart/2005/8/layout/orgChart1"/>
    <dgm:cxn modelId="{EEFA8385-B8F8-4B1F-92C6-5169E9FAA320}" type="presOf" srcId="{93051706-DD39-4EED-A719-AC12D337CC23}" destId="{E0FD2126-2E26-4C52-AC37-90D9538B8F76}" srcOrd="0" destOrd="0" presId="urn:microsoft.com/office/officeart/2005/8/layout/orgChart1"/>
    <dgm:cxn modelId="{33E14B91-4166-4813-BB10-BC6658FA40F4}" type="presOf" srcId="{D9E446D5-712E-44CF-8751-F818A5FB87BF}" destId="{8999C3D5-9BB7-490E-9022-8B97E14E5D4D}" srcOrd="0" destOrd="0" presId="urn:microsoft.com/office/officeart/2005/8/layout/orgChart1"/>
    <dgm:cxn modelId="{5275CE93-B9C9-40DF-957F-D83665A75B83}" type="presOf" srcId="{93051706-DD39-4EED-A719-AC12D337CC23}" destId="{CA8C9DCF-A666-4E24-862A-11B756FF9996}" srcOrd="1" destOrd="0" presId="urn:microsoft.com/office/officeart/2005/8/layout/orgChart1"/>
    <dgm:cxn modelId="{6328F9BB-EC94-4645-A359-3FFE6979E1AB}" type="presOf" srcId="{CAF7B086-FDDB-4D1D-ABFE-4186EB3D896E}" destId="{C302F35C-B7A9-4009-BAE1-F73BB32C1405}" srcOrd="1" destOrd="0" presId="urn:microsoft.com/office/officeart/2005/8/layout/orgChart1"/>
    <dgm:cxn modelId="{B11FC5D0-D6C1-4D81-92D3-82AD21F7B96E}" type="presOf" srcId="{CAF7B086-FDDB-4D1D-ABFE-4186EB3D896E}" destId="{6F6F0629-4667-4F78-809D-376B80ECAE6C}" srcOrd="0" destOrd="0" presId="urn:microsoft.com/office/officeart/2005/8/layout/orgChart1"/>
    <dgm:cxn modelId="{5DD01AD9-AE13-48C2-93A0-F9A3CDDF3872}" type="presOf" srcId="{1E4E137A-7CEF-4359-BCF7-EC00DA9E6D69}" destId="{DE5A50DC-83AA-4E19-8079-734A029A2FD2}" srcOrd="1" destOrd="0" presId="urn:microsoft.com/office/officeart/2005/8/layout/orgChart1"/>
    <dgm:cxn modelId="{44AFA58A-C427-4A5D-9C9F-734678469028}" type="presParOf" srcId="{8999C3D5-9BB7-490E-9022-8B97E14E5D4D}" destId="{2E80A0CD-BFCB-45A0-BD5D-F0FCA7838BF8}" srcOrd="0" destOrd="0" presId="urn:microsoft.com/office/officeart/2005/8/layout/orgChart1"/>
    <dgm:cxn modelId="{E9EE80CE-C97A-49B1-89E7-ED7F31B6C426}" type="presParOf" srcId="{2E80A0CD-BFCB-45A0-BD5D-F0FCA7838BF8}" destId="{EF9FA888-33E5-4EAE-959D-E277A4B7CECD}" srcOrd="0" destOrd="0" presId="urn:microsoft.com/office/officeart/2005/8/layout/orgChart1"/>
    <dgm:cxn modelId="{6EEF7CAD-4411-4AF0-A2D8-78BE700F3858}" type="presParOf" srcId="{EF9FA888-33E5-4EAE-959D-E277A4B7CECD}" destId="{7B28F00A-DD7D-4F5B-AFAA-329FB30CD75D}" srcOrd="0" destOrd="0" presId="urn:microsoft.com/office/officeart/2005/8/layout/orgChart1"/>
    <dgm:cxn modelId="{26775B69-2433-4793-87A4-4826C7FFC92A}" type="presParOf" srcId="{EF9FA888-33E5-4EAE-959D-E277A4B7CECD}" destId="{DE5A50DC-83AA-4E19-8079-734A029A2FD2}" srcOrd="1" destOrd="0" presId="urn:microsoft.com/office/officeart/2005/8/layout/orgChart1"/>
    <dgm:cxn modelId="{541121F5-1E4C-40F3-872F-BC5383E6D0CF}" type="presParOf" srcId="{2E80A0CD-BFCB-45A0-BD5D-F0FCA7838BF8}" destId="{D07C16CE-708D-4F6A-A9A3-07EDDC46E980}" srcOrd="1" destOrd="0" presId="urn:microsoft.com/office/officeart/2005/8/layout/orgChart1"/>
    <dgm:cxn modelId="{0DC261D0-EBB0-4300-A441-DD961E8EE8FD}" type="presParOf" srcId="{D07C16CE-708D-4F6A-A9A3-07EDDC46E980}" destId="{FC03F1E7-F04C-4CAE-8E5B-D29609D7DE25}" srcOrd="0" destOrd="0" presId="urn:microsoft.com/office/officeart/2005/8/layout/orgChart1"/>
    <dgm:cxn modelId="{59713E34-EAF5-4BFD-B87C-E527FCF44E11}" type="presParOf" srcId="{D07C16CE-708D-4F6A-A9A3-07EDDC46E980}" destId="{D7F046B8-7AE1-45B3-BE54-879458F16A3D}" srcOrd="1" destOrd="0" presId="urn:microsoft.com/office/officeart/2005/8/layout/orgChart1"/>
    <dgm:cxn modelId="{42CA144A-C5F3-4C2F-8D08-8C17C64AF03A}" type="presParOf" srcId="{D7F046B8-7AE1-45B3-BE54-879458F16A3D}" destId="{918D46C2-FE6E-401A-A8E5-B53A4B7F1AE4}" srcOrd="0" destOrd="0" presId="urn:microsoft.com/office/officeart/2005/8/layout/orgChart1"/>
    <dgm:cxn modelId="{48D666F8-451B-413C-9CAB-0561EB3F01B1}" type="presParOf" srcId="{918D46C2-FE6E-401A-A8E5-B53A4B7F1AE4}" destId="{6F6F0629-4667-4F78-809D-376B80ECAE6C}" srcOrd="0" destOrd="0" presId="urn:microsoft.com/office/officeart/2005/8/layout/orgChart1"/>
    <dgm:cxn modelId="{6BCAFE11-8283-4BC3-8581-C1FE7EFD3280}" type="presParOf" srcId="{918D46C2-FE6E-401A-A8E5-B53A4B7F1AE4}" destId="{C302F35C-B7A9-4009-BAE1-F73BB32C1405}" srcOrd="1" destOrd="0" presId="urn:microsoft.com/office/officeart/2005/8/layout/orgChart1"/>
    <dgm:cxn modelId="{AE73D9C2-34F3-4B73-A5C1-F575FF11591E}" type="presParOf" srcId="{D7F046B8-7AE1-45B3-BE54-879458F16A3D}" destId="{F2681130-C7C0-4539-9FA6-4C1540DAB5EC}" srcOrd="1" destOrd="0" presId="urn:microsoft.com/office/officeart/2005/8/layout/orgChart1"/>
    <dgm:cxn modelId="{90FA8669-59BA-4F64-A391-E8763C56D1CD}" type="presParOf" srcId="{D7F046B8-7AE1-45B3-BE54-879458F16A3D}" destId="{374BE808-C26B-41FA-B792-F2EE90CED670}" srcOrd="2" destOrd="0" presId="urn:microsoft.com/office/officeart/2005/8/layout/orgChart1"/>
    <dgm:cxn modelId="{5AF2BE80-ADDD-430E-BB3E-C846D6C9D21A}" type="presParOf" srcId="{D07C16CE-708D-4F6A-A9A3-07EDDC46E980}" destId="{2EBFF7CD-8057-41F3-9AEB-B237A17CBB67}" srcOrd="2" destOrd="0" presId="urn:microsoft.com/office/officeart/2005/8/layout/orgChart1"/>
    <dgm:cxn modelId="{CD088CAE-9DDF-4C0A-8C1B-06B80F44F07F}" type="presParOf" srcId="{D07C16CE-708D-4F6A-A9A3-07EDDC46E980}" destId="{C31C80B9-C596-4A23-827D-9A27C3C79675}" srcOrd="3" destOrd="0" presId="urn:microsoft.com/office/officeart/2005/8/layout/orgChart1"/>
    <dgm:cxn modelId="{EF26705C-3DE1-4401-9BCE-7AF3FFBC4F59}" type="presParOf" srcId="{C31C80B9-C596-4A23-827D-9A27C3C79675}" destId="{09855010-DEA5-44AB-9074-011D4A3894CE}" srcOrd="0" destOrd="0" presId="urn:microsoft.com/office/officeart/2005/8/layout/orgChart1"/>
    <dgm:cxn modelId="{4DFFBA65-6352-4613-8574-935D9859CAFD}" type="presParOf" srcId="{09855010-DEA5-44AB-9074-011D4A3894CE}" destId="{E0FD2126-2E26-4C52-AC37-90D9538B8F76}" srcOrd="0" destOrd="0" presId="urn:microsoft.com/office/officeart/2005/8/layout/orgChart1"/>
    <dgm:cxn modelId="{0E6D69C5-9AF5-44B8-870D-E8AE8658CA7A}" type="presParOf" srcId="{09855010-DEA5-44AB-9074-011D4A3894CE}" destId="{CA8C9DCF-A666-4E24-862A-11B756FF9996}" srcOrd="1" destOrd="0" presId="urn:microsoft.com/office/officeart/2005/8/layout/orgChart1"/>
    <dgm:cxn modelId="{A2A14F06-318A-4674-8DCC-EDA8624B5322}" type="presParOf" srcId="{C31C80B9-C596-4A23-827D-9A27C3C79675}" destId="{E82D8567-2EE7-43E6-A337-CBACD967B0FE}" srcOrd="1" destOrd="0" presId="urn:microsoft.com/office/officeart/2005/8/layout/orgChart1"/>
    <dgm:cxn modelId="{AEC6B768-A110-4F14-B80D-36195A285337}" type="presParOf" srcId="{C31C80B9-C596-4A23-827D-9A27C3C79675}" destId="{A7D638CF-C595-43B6-BEE6-DC819C2E5F9A}" srcOrd="2" destOrd="0" presId="urn:microsoft.com/office/officeart/2005/8/layout/orgChart1"/>
    <dgm:cxn modelId="{863C33A8-3F58-4F4F-863D-A7ABBBA47C99}" type="presParOf" srcId="{2E80A0CD-BFCB-45A0-BD5D-F0FCA7838BF8}" destId="{8B4B2DF8-B0DB-47FD-A82F-0FDA79A42D23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A2CEEE1-5020-4FDA-A183-D6161FBECDAC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E07DCD9-DB26-4587-932E-5A7A18A37876}">
      <dgm:prSet phldrT="[Text]"/>
      <dgm:spPr>
        <a:solidFill>
          <a:schemeClr val="bg1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Thermal</a:t>
          </a:r>
        </a:p>
      </dgm:t>
    </dgm:pt>
    <dgm:pt modelId="{B394DDF6-18D4-468C-B9C8-6671D724C624}" type="parTrans" cxnId="{F98FB385-AC07-47D5-A545-5EBCB45B7805}">
      <dgm:prSet/>
      <dgm:spPr/>
      <dgm:t>
        <a:bodyPr/>
        <a:lstStyle/>
        <a:p>
          <a:endParaRPr lang="en-US"/>
        </a:p>
      </dgm:t>
    </dgm:pt>
    <dgm:pt modelId="{64E3A5FA-AB46-460C-A32F-5266548A99DD}" type="sibTrans" cxnId="{F98FB385-AC07-47D5-A545-5EBCB45B7805}">
      <dgm:prSet/>
      <dgm:spPr/>
      <dgm:t>
        <a:bodyPr/>
        <a:lstStyle/>
        <a:p>
          <a:endParaRPr lang="en-US"/>
        </a:p>
      </dgm:t>
    </dgm:pt>
    <dgm:pt modelId="{3A3E2E3D-2517-475E-B7FD-A9729A9E8957}">
      <dgm:prSet phldrT="[Text]"/>
      <dgm:spPr>
        <a:solidFill>
          <a:schemeClr val="bg1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Fuels</a:t>
          </a:r>
        </a:p>
        <a:p>
          <a:r>
            <a:rPr lang="en-US" dirty="0">
              <a:solidFill>
                <a:schemeClr val="tx1"/>
              </a:solidFill>
            </a:rPr>
            <a:t>(Heat Engines)</a:t>
          </a:r>
        </a:p>
      </dgm:t>
    </dgm:pt>
    <dgm:pt modelId="{054DB98B-4903-4376-AC3F-C53DF3DABF39}" type="parTrans" cxnId="{DC44AFC8-1040-449C-A159-DCA21BAB5C17}">
      <dgm:prSet/>
      <dgm:spPr>
        <a:ln w="57150">
          <a:solidFill>
            <a:schemeClr val="tx1"/>
          </a:solidFill>
        </a:ln>
      </dgm:spPr>
      <dgm:t>
        <a:bodyPr/>
        <a:lstStyle/>
        <a:p>
          <a:endParaRPr lang="en-US"/>
        </a:p>
      </dgm:t>
    </dgm:pt>
    <dgm:pt modelId="{6A6E2188-DCE3-4437-A16A-44CE7EC28580}" type="sibTrans" cxnId="{DC44AFC8-1040-449C-A159-DCA21BAB5C17}">
      <dgm:prSet/>
      <dgm:spPr/>
      <dgm:t>
        <a:bodyPr/>
        <a:lstStyle/>
        <a:p>
          <a:endParaRPr lang="en-US"/>
        </a:p>
      </dgm:t>
    </dgm:pt>
    <dgm:pt modelId="{07E1EBB2-E5E4-4FF4-9038-B97D3F61BB20}">
      <dgm:prSet phldrT="[Text]"/>
      <dgm:spPr>
        <a:solidFill>
          <a:schemeClr val="bg1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Nuclear</a:t>
          </a:r>
        </a:p>
        <a:p>
          <a:r>
            <a:rPr lang="en-US" dirty="0">
              <a:solidFill>
                <a:schemeClr val="tx1"/>
              </a:solidFill>
            </a:rPr>
            <a:t>(Nuclear Power Plant)</a:t>
          </a:r>
        </a:p>
      </dgm:t>
    </dgm:pt>
    <dgm:pt modelId="{4E12DC51-754D-444F-90EE-87F05E6E1DF0}" type="parTrans" cxnId="{D6D41A95-5FAF-4B61-A584-3189C220B1AC}">
      <dgm:prSet/>
      <dgm:spPr>
        <a:ln w="57150"/>
      </dgm:spPr>
      <dgm:t>
        <a:bodyPr/>
        <a:lstStyle/>
        <a:p>
          <a:endParaRPr lang="en-US"/>
        </a:p>
      </dgm:t>
    </dgm:pt>
    <dgm:pt modelId="{702DC95D-DF9E-466C-AA54-4D6A99D1F362}" type="sibTrans" cxnId="{D6D41A95-5FAF-4B61-A584-3189C220B1AC}">
      <dgm:prSet/>
      <dgm:spPr/>
      <dgm:t>
        <a:bodyPr/>
        <a:lstStyle/>
        <a:p>
          <a:endParaRPr lang="en-US"/>
        </a:p>
      </dgm:t>
    </dgm:pt>
    <dgm:pt modelId="{88BD49A5-0A54-4098-B0B2-B0811E6C35E4}">
      <dgm:prSet phldrT="[Text]"/>
      <dgm:spPr>
        <a:solidFill>
          <a:schemeClr val="bg1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Geothermal</a:t>
          </a:r>
        </a:p>
        <a:p>
          <a:r>
            <a:rPr lang="en-US" dirty="0">
              <a:solidFill>
                <a:schemeClr val="tx1"/>
              </a:solidFill>
            </a:rPr>
            <a:t>(Geothermal Power Plant)</a:t>
          </a:r>
        </a:p>
      </dgm:t>
    </dgm:pt>
    <dgm:pt modelId="{DC8286E3-96B0-4EAE-BC54-DBC763BAE7C7}" type="parTrans" cxnId="{89CE838B-C8CE-4480-8B98-7F48DC5F418F}">
      <dgm:prSet/>
      <dgm:spPr>
        <a:ln>
          <a:solidFill>
            <a:schemeClr val="tx1"/>
          </a:solidFill>
        </a:ln>
      </dgm:spPr>
      <dgm:t>
        <a:bodyPr/>
        <a:lstStyle/>
        <a:p>
          <a:endParaRPr lang="en-US"/>
        </a:p>
      </dgm:t>
    </dgm:pt>
    <dgm:pt modelId="{AD2ABB07-C3FB-4A47-9BD8-3B8C601907FF}" type="sibTrans" cxnId="{89CE838B-C8CE-4480-8B98-7F48DC5F418F}">
      <dgm:prSet/>
      <dgm:spPr/>
      <dgm:t>
        <a:bodyPr/>
        <a:lstStyle/>
        <a:p>
          <a:endParaRPr lang="en-US"/>
        </a:p>
      </dgm:t>
    </dgm:pt>
    <dgm:pt modelId="{820ED989-E469-466A-AF93-F1A5186BEB59}">
      <dgm:prSet phldrT="[Text]"/>
      <dgm:spPr>
        <a:solidFill>
          <a:schemeClr val="bg1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Bio – Energy</a:t>
          </a:r>
        </a:p>
        <a:p>
          <a:r>
            <a:rPr lang="en-US" dirty="0">
              <a:solidFill>
                <a:schemeClr val="tx1"/>
              </a:solidFill>
            </a:rPr>
            <a:t>(Bio Gas Plant)</a:t>
          </a:r>
        </a:p>
      </dgm:t>
    </dgm:pt>
    <dgm:pt modelId="{94DD9204-D136-4726-ABC4-9BC0470E40AE}" type="parTrans" cxnId="{8DC90F75-F024-4C8E-98CE-2C9E79C137A6}">
      <dgm:prSet/>
      <dgm:spPr>
        <a:ln w="57150">
          <a:solidFill>
            <a:schemeClr val="tx1"/>
          </a:solidFill>
        </a:ln>
      </dgm:spPr>
      <dgm:t>
        <a:bodyPr/>
        <a:lstStyle/>
        <a:p>
          <a:endParaRPr lang="en-US"/>
        </a:p>
      </dgm:t>
    </dgm:pt>
    <dgm:pt modelId="{45B9DE55-74B3-4271-8B5F-F86A74B9DA36}" type="sibTrans" cxnId="{8DC90F75-F024-4C8E-98CE-2C9E79C137A6}">
      <dgm:prSet/>
      <dgm:spPr/>
      <dgm:t>
        <a:bodyPr/>
        <a:lstStyle/>
        <a:p>
          <a:endParaRPr lang="en-US"/>
        </a:p>
      </dgm:t>
    </dgm:pt>
    <dgm:pt modelId="{301194A4-4FFE-425A-8668-570E070EBB85}">
      <dgm:prSet phldrT="[Text]"/>
      <dgm:spPr>
        <a:solidFill>
          <a:schemeClr val="bg1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Direct Solar Energy</a:t>
          </a:r>
        </a:p>
      </dgm:t>
    </dgm:pt>
    <dgm:pt modelId="{0F785887-4209-4EED-80A3-AB6AB77D8C92}" type="parTrans" cxnId="{4839ABC6-A0D4-41B0-9244-E561DEB3D5F3}">
      <dgm:prSet/>
      <dgm:spPr>
        <a:ln w="57150">
          <a:solidFill>
            <a:schemeClr val="tx1"/>
          </a:solidFill>
        </a:ln>
      </dgm:spPr>
      <dgm:t>
        <a:bodyPr/>
        <a:lstStyle/>
        <a:p>
          <a:endParaRPr lang="en-US"/>
        </a:p>
      </dgm:t>
    </dgm:pt>
    <dgm:pt modelId="{BD56AB7E-BFA2-43E8-B285-7AF9FDBF1AF5}" type="sibTrans" cxnId="{4839ABC6-A0D4-41B0-9244-E561DEB3D5F3}">
      <dgm:prSet/>
      <dgm:spPr/>
      <dgm:t>
        <a:bodyPr/>
        <a:lstStyle/>
        <a:p>
          <a:endParaRPr lang="en-US"/>
        </a:p>
      </dgm:t>
    </dgm:pt>
    <dgm:pt modelId="{A69A57A5-2DAA-415E-8F89-848DAE4DB644}" type="pres">
      <dgm:prSet presAssocID="{FA2CEEE1-5020-4FDA-A183-D6161FBECDAC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B38230F0-616A-4E27-A939-CC27499B629E}" type="pres">
      <dgm:prSet presAssocID="{6E07DCD9-DB26-4587-932E-5A7A18A37876}" presName="root1" presStyleCnt="0"/>
      <dgm:spPr/>
    </dgm:pt>
    <dgm:pt modelId="{CBA33412-92C8-428C-A42B-41990B120A23}" type="pres">
      <dgm:prSet presAssocID="{6E07DCD9-DB26-4587-932E-5A7A18A37876}" presName="LevelOneTextNode" presStyleLbl="node0" presStyleIdx="0" presStyleCnt="1">
        <dgm:presLayoutVars>
          <dgm:chPref val="3"/>
        </dgm:presLayoutVars>
      </dgm:prSet>
      <dgm:spPr/>
    </dgm:pt>
    <dgm:pt modelId="{702F2996-8A73-4928-832A-938AF0216BD3}" type="pres">
      <dgm:prSet presAssocID="{6E07DCD9-DB26-4587-932E-5A7A18A37876}" presName="level2hierChild" presStyleCnt="0"/>
      <dgm:spPr/>
    </dgm:pt>
    <dgm:pt modelId="{B710305F-E016-4962-B82F-47C6649A7C1B}" type="pres">
      <dgm:prSet presAssocID="{054DB98B-4903-4376-AC3F-C53DF3DABF39}" presName="conn2-1" presStyleLbl="parChTrans1D2" presStyleIdx="0" presStyleCnt="5"/>
      <dgm:spPr/>
    </dgm:pt>
    <dgm:pt modelId="{194D9E0A-5162-4135-8BA1-FD8FEA8E7968}" type="pres">
      <dgm:prSet presAssocID="{054DB98B-4903-4376-AC3F-C53DF3DABF39}" presName="connTx" presStyleLbl="parChTrans1D2" presStyleIdx="0" presStyleCnt="5"/>
      <dgm:spPr/>
    </dgm:pt>
    <dgm:pt modelId="{91977F70-7912-4B04-B6F9-C0A4DB93661B}" type="pres">
      <dgm:prSet presAssocID="{3A3E2E3D-2517-475E-B7FD-A9729A9E8957}" presName="root2" presStyleCnt="0"/>
      <dgm:spPr/>
    </dgm:pt>
    <dgm:pt modelId="{8C8327D2-CCC1-4228-A706-191D2858B31D}" type="pres">
      <dgm:prSet presAssocID="{3A3E2E3D-2517-475E-B7FD-A9729A9E8957}" presName="LevelTwoTextNode" presStyleLbl="node2" presStyleIdx="0" presStyleCnt="5">
        <dgm:presLayoutVars>
          <dgm:chPref val="3"/>
        </dgm:presLayoutVars>
      </dgm:prSet>
      <dgm:spPr/>
    </dgm:pt>
    <dgm:pt modelId="{525F32D5-6D44-4223-A344-9209029D813F}" type="pres">
      <dgm:prSet presAssocID="{3A3E2E3D-2517-475E-B7FD-A9729A9E8957}" presName="level3hierChild" presStyleCnt="0"/>
      <dgm:spPr/>
    </dgm:pt>
    <dgm:pt modelId="{F9AB15AC-EC01-405D-8E3B-F1A6C171D830}" type="pres">
      <dgm:prSet presAssocID="{4E12DC51-754D-444F-90EE-87F05E6E1DF0}" presName="conn2-1" presStyleLbl="parChTrans1D2" presStyleIdx="1" presStyleCnt="5"/>
      <dgm:spPr/>
    </dgm:pt>
    <dgm:pt modelId="{EECBC19C-51C2-4FA4-8EAF-A7E006021016}" type="pres">
      <dgm:prSet presAssocID="{4E12DC51-754D-444F-90EE-87F05E6E1DF0}" presName="connTx" presStyleLbl="parChTrans1D2" presStyleIdx="1" presStyleCnt="5"/>
      <dgm:spPr/>
    </dgm:pt>
    <dgm:pt modelId="{05B2D4D1-F9CA-4301-B055-A10EE941FFA0}" type="pres">
      <dgm:prSet presAssocID="{07E1EBB2-E5E4-4FF4-9038-B97D3F61BB20}" presName="root2" presStyleCnt="0"/>
      <dgm:spPr/>
    </dgm:pt>
    <dgm:pt modelId="{6C24E062-9D02-4BFA-B53A-D4A1D5606F9E}" type="pres">
      <dgm:prSet presAssocID="{07E1EBB2-E5E4-4FF4-9038-B97D3F61BB20}" presName="LevelTwoTextNode" presStyleLbl="node2" presStyleIdx="1" presStyleCnt="5">
        <dgm:presLayoutVars>
          <dgm:chPref val="3"/>
        </dgm:presLayoutVars>
      </dgm:prSet>
      <dgm:spPr/>
    </dgm:pt>
    <dgm:pt modelId="{34E44B64-80AD-42BF-A18A-0F1809C7BB78}" type="pres">
      <dgm:prSet presAssocID="{07E1EBB2-E5E4-4FF4-9038-B97D3F61BB20}" presName="level3hierChild" presStyleCnt="0"/>
      <dgm:spPr/>
    </dgm:pt>
    <dgm:pt modelId="{12EE59EA-2559-492A-B654-9A407D9C3DF8}" type="pres">
      <dgm:prSet presAssocID="{DC8286E3-96B0-4EAE-BC54-DBC763BAE7C7}" presName="conn2-1" presStyleLbl="parChTrans1D2" presStyleIdx="2" presStyleCnt="5"/>
      <dgm:spPr/>
    </dgm:pt>
    <dgm:pt modelId="{51F8C832-D9CC-4C64-9627-D31D9BE3A864}" type="pres">
      <dgm:prSet presAssocID="{DC8286E3-96B0-4EAE-BC54-DBC763BAE7C7}" presName="connTx" presStyleLbl="parChTrans1D2" presStyleIdx="2" presStyleCnt="5"/>
      <dgm:spPr/>
    </dgm:pt>
    <dgm:pt modelId="{C3168CBD-7DD8-4262-A985-228C4E1B716A}" type="pres">
      <dgm:prSet presAssocID="{88BD49A5-0A54-4098-B0B2-B0811E6C35E4}" presName="root2" presStyleCnt="0"/>
      <dgm:spPr/>
    </dgm:pt>
    <dgm:pt modelId="{28812A79-C3D3-4BE6-9A0A-0401F6756C21}" type="pres">
      <dgm:prSet presAssocID="{88BD49A5-0A54-4098-B0B2-B0811E6C35E4}" presName="LevelTwoTextNode" presStyleLbl="node2" presStyleIdx="2" presStyleCnt="5">
        <dgm:presLayoutVars>
          <dgm:chPref val="3"/>
        </dgm:presLayoutVars>
      </dgm:prSet>
      <dgm:spPr/>
    </dgm:pt>
    <dgm:pt modelId="{F7914EDC-660C-4CDF-8CF7-D90C850D5AAD}" type="pres">
      <dgm:prSet presAssocID="{88BD49A5-0A54-4098-B0B2-B0811E6C35E4}" presName="level3hierChild" presStyleCnt="0"/>
      <dgm:spPr/>
    </dgm:pt>
    <dgm:pt modelId="{C748C5B6-28DC-480E-835C-176AA7DD30BB}" type="pres">
      <dgm:prSet presAssocID="{94DD9204-D136-4726-ABC4-9BC0470E40AE}" presName="conn2-1" presStyleLbl="parChTrans1D2" presStyleIdx="3" presStyleCnt="5"/>
      <dgm:spPr/>
    </dgm:pt>
    <dgm:pt modelId="{F65043E2-3EAB-467D-B49E-8EB3DAA22FA5}" type="pres">
      <dgm:prSet presAssocID="{94DD9204-D136-4726-ABC4-9BC0470E40AE}" presName="connTx" presStyleLbl="parChTrans1D2" presStyleIdx="3" presStyleCnt="5"/>
      <dgm:spPr/>
    </dgm:pt>
    <dgm:pt modelId="{640CDDF7-4FC3-46EA-9DE3-596DEDC0E37A}" type="pres">
      <dgm:prSet presAssocID="{820ED989-E469-466A-AF93-F1A5186BEB59}" presName="root2" presStyleCnt="0"/>
      <dgm:spPr/>
    </dgm:pt>
    <dgm:pt modelId="{EDAAD925-63B0-4E37-8249-42174ED62577}" type="pres">
      <dgm:prSet presAssocID="{820ED989-E469-466A-AF93-F1A5186BEB59}" presName="LevelTwoTextNode" presStyleLbl="node2" presStyleIdx="3" presStyleCnt="5">
        <dgm:presLayoutVars>
          <dgm:chPref val="3"/>
        </dgm:presLayoutVars>
      </dgm:prSet>
      <dgm:spPr/>
    </dgm:pt>
    <dgm:pt modelId="{6763118D-A536-42D1-AC38-58E52970639F}" type="pres">
      <dgm:prSet presAssocID="{820ED989-E469-466A-AF93-F1A5186BEB59}" presName="level3hierChild" presStyleCnt="0"/>
      <dgm:spPr/>
    </dgm:pt>
    <dgm:pt modelId="{26B12C09-A773-4D01-BBB6-42D531673036}" type="pres">
      <dgm:prSet presAssocID="{0F785887-4209-4EED-80A3-AB6AB77D8C92}" presName="conn2-1" presStyleLbl="parChTrans1D2" presStyleIdx="4" presStyleCnt="5"/>
      <dgm:spPr/>
    </dgm:pt>
    <dgm:pt modelId="{B094AAEA-89E2-443C-945E-CBD860021FA0}" type="pres">
      <dgm:prSet presAssocID="{0F785887-4209-4EED-80A3-AB6AB77D8C92}" presName="connTx" presStyleLbl="parChTrans1D2" presStyleIdx="4" presStyleCnt="5"/>
      <dgm:spPr/>
    </dgm:pt>
    <dgm:pt modelId="{6DFCD98C-703A-4960-ADAA-8D48762F5597}" type="pres">
      <dgm:prSet presAssocID="{301194A4-4FFE-425A-8668-570E070EBB85}" presName="root2" presStyleCnt="0"/>
      <dgm:spPr/>
    </dgm:pt>
    <dgm:pt modelId="{D61CD7B7-1480-402A-AB58-3845AE873C0A}" type="pres">
      <dgm:prSet presAssocID="{301194A4-4FFE-425A-8668-570E070EBB85}" presName="LevelTwoTextNode" presStyleLbl="node2" presStyleIdx="4" presStyleCnt="5">
        <dgm:presLayoutVars>
          <dgm:chPref val="3"/>
        </dgm:presLayoutVars>
      </dgm:prSet>
      <dgm:spPr/>
    </dgm:pt>
    <dgm:pt modelId="{F5B19BD5-F496-4CD0-802B-BE7DBA779B98}" type="pres">
      <dgm:prSet presAssocID="{301194A4-4FFE-425A-8668-570E070EBB85}" presName="level3hierChild" presStyleCnt="0"/>
      <dgm:spPr/>
    </dgm:pt>
  </dgm:ptLst>
  <dgm:cxnLst>
    <dgm:cxn modelId="{2833CA27-B74F-4C6E-84E6-2C8896068B97}" type="presOf" srcId="{6E07DCD9-DB26-4587-932E-5A7A18A37876}" destId="{CBA33412-92C8-428C-A42B-41990B120A23}" srcOrd="0" destOrd="0" presId="urn:microsoft.com/office/officeart/2008/layout/HorizontalMultiLevelHierarchy"/>
    <dgm:cxn modelId="{76F21966-32AB-4123-A8D9-5ACD6D8BC4D5}" type="presOf" srcId="{054DB98B-4903-4376-AC3F-C53DF3DABF39}" destId="{194D9E0A-5162-4135-8BA1-FD8FEA8E7968}" srcOrd="1" destOrd="0" presId="urn:microsoft.com/office/officeart/2008/layout/HorizontalMultiLevelHierarchy"/>
    <dgm:cxn modelId="{8DC90F75-F024-4C8E-98CE-2C9E79C137A6}" srcId="{6E07DCD9-DB26-4587-932E-5A7A18A37876}" destId="{820ED989-E469-466A-AF93-F1A5186BEB59}" srcOrd="3" destOrd="0" parTransId="{94DD9204-D136-4726-ABC4-9BC0470E40AE}" sibTransId="{45B9DE55-74B3-4271-8B5F-F86A74B9DA36}"/>
    <dgm:cxn modelId="{F98FB385-AC07-47D5-A545-5EBCB45B7805}" srcId="{FA2CEEE1-5020-4FDA-A183-D6161FBECDAC}" destId="{6E07DCD9-DB26-4587-932E-5A7A18A37876}" srcOrd="0" destOrd="0" parTransId="{B394DDF6-18D4-468C-B9C8-6671D724C624}" sibTransId="{64E3A5FA-AB46-460C-A32F-5266548A99DD}"/>
    <dgm:cxn modelId="{89CE838B-C8CE-4480-8B98-7F48DC5F418F}" srcId="{6E07DCD9-DB26-4587-932E-5A7A18A37876}" destId="{88BD49A5-0A54-4098-B0B2-B0811E6C35E4}" srcOrd="2" destOrd="0" parTransId="{DC8286E3-96B0-4EAE-BC54-DBC763BAE7C7}" sibTransId="{AD2ABB07-C3FB-4A47-9BD8-3B8C601907FF}"/>
    <dgm:cxn modelId="{D6D41A95-5FAF-4B61-A584-3189C220B1AC}" srcId="{6E07DCD9-DB26-4587-932E-5A7A18A37876}" destId="{07E1EBB2-E5E4-4FF4-9038-B97D3F61BB20}" srcOrd="1" destOrd="0" parTransId="{4E12DC51-754D-444F-90EE-87F05E6E1DF0}" sibTransId="{702DC95D-DF9E-466C-AA54-4D6A99D1F362}"/>
    <dgm:cxn modelId="{E6CD5795-62F3-449B-AB7D-BEF93CF1EA6A}" type="presOf" srcId="{94DD9204-D136-4726-ABC4-9BC0470E40AE}" destId="{C748C5B6-28DC-480E-835C-176AA7DD30BB}" srcOrd="0" destOrd="0" presId="urn:microsoft.com/office/officeart/2008/layout/HorizontalMultiLevelHierarchy"/>
    <dgm:cxn modelId="{B907D395-6102-4E8F-AD74-CE86CA1DE953}" type="presOf" srcId="{820ED989-E469-466A-AF93-F1A5186BEB59}" destId="{EDAAD925-63B0-4E37-8249-42174ED62577}" srcOrd="0" destOrd="0" presId="urn:microsoft.com/office/officeart/2008/layout/HorizontalMultiLevelHierarchy"/>
    <dgm:cxn modelId="{9776799C-6A82-4B4B-AB32-05984BCD6E97}" type="presOf" srcId="{4E12DC51-754D-444F-90EE-87F05E6E1DF0}" destId="{F9AB15AC-EC01-405D-8E3B-F1A6C171D830}" srcOrd="0" destOrd="0" presId="urn:microsoft.com/office/officeart/2008/layout/HorizontalMultiLevelHierarchy"/>
    <dgm:cxn modelId="{ABB79EAB-38A7-4ED1-9B39-57F5DA14EDF9}" type="presOf" srcId="{054DB98B-4903-4376-AC3F-C53DF3DABF39}" destId="{B710305F-E016-4962-B82F-47C6649A7C1B}" srcOrd="0" destOrd="0" presId="urn:microsoft.com/office/officeart/2008/layout/HorizontalMultiLevelHierarchy"/>
    <dgm:cxn modelId="{AF0ED8B5-E3EC-4CA5-9747-77405AAF9162}" type="presOf" srcId="{301194A4-4FFE-425A-8668-570E070EBB85}" destId="{D61CD7B7-1480-402A-AB58-3845AE873C0A}" srcOrd="0" destOrd="0" presId="urn:microsoft.com/office/officeart/2008/layout/HorizontalMultiLevelHierarchy"/>
    <dgm:cxn modelId="{6985B8C1-FECC-4D8C-8FDE-7DBD0AB9E1DB}" type="presOf" srcId="{DC8286E3-96B0-4EAE-BC54-DBC763BAE7C7}" destId="{12EE59EA-2559-492A-B654-9A407D9C3DF8}" srcOrd="0" destOrd="0" presId="urn:microsoft.com/office/officeart/2008/layout/HorizontalMultiLevelHierarchy"/>
    <dgm:cxn modelId="{076C59C4-E133-4CA9-9425-ED055F7B5B20}" type="presOf" srcId="{94DD9204-D136-4726-ABC4-9BC0470E40AE}" destId="{F65043E2-3EAB-467D-B49E-8EB3DAA22FA5}" srcOrd="1" destOrd="0" presId="urn:microsoft.com/office/officeart/2008/layout/HorizontalMultiLevelHierarchy"/>
    <dgm:cxn modelId="{4839ABC6-A0D4-41B0-9244-E561DEB3D5F3}" srcId="{6E07DCD9-DB26-4587-932E-5A7A18A37876}" destId="{301194A4-4FFE-425A-8668-570E070EBB85}" srcOrd="4" destOrd="0" parTransId="{0F785887-4209-4EED-80A3-AB6AB77D8C92}" sibTransId="{BD56AB7E-BFA2-43E8-B285-7AF9FDBF1AF5}"/>
    <dgm:cxn modelId="{096DFCC6-5174-4C9F-BC4A-BD23785D72A3}" type="presOf" srcId="{4E12DC51-754D-444F-90EE-87F05E6E1DF0}" destId="{EECBC19C-51C2-4FA4-8EAF-A7E006021016}" srcOrd="1" destOrd="0" presId="urn:microsoft.com/office/officeart/2008/layout/HorizontalMultiLevelHierarchy"/>
    <dgm:cxn modelId="{DC44AFC8-1040-449C-A159-DCA21BAB5C17}" srcId="{6E07DCD9-DB26-4587-932E-5A7A18A37876}" destId="{3A3E2E3D-2517-475E-B7FD-A9729A9E8957}" srcOrd="0" destOrd="0" parTransId="{054DB98B-4903-4376-AC3F-C53DF3DABF39}" sibTransId="{6A6E2188-DCE3-4437-A16A-44CE7EC28580}"/>
    <dgm:cxn modelId="{9B6ADDD0-A870-462D-8685-0AB8491080BA}" type="presOf" srcId="{0F785887-4209-4EED-80A3-AB6AB77D8C92}" destId="{26B12C09-A773-4D01-BBB6-42D531673036}" srcOrd="0" destOrd="0" presId="urn:microsoft.com/office/officeart/2008/layout/HorizontalMultiLevelHierarchy"/>
    <dgm:cxn modelId="{8B210DDC-70F3-49A1-8EF0-3C6DD1C399DF}" type="presOf" srcId="{0F785887-4209-4EED-80A3-AB6AB77D8C92}" destId="{B094AAEA-89E2-443C-945E-CBD860021FA0}" srcOrd="1" destOrd="0" presId="urn:microsoft.com/office/officeart/2008/layout/HorizontalMultiLevelHierarchy"/>
    <dgm:cxn modelId="{4A2C58E9-4FF6-4D98-A686-49BCFE5DC64F}" type="presOf" srcId="{3A3E2E3D-2517-475E-B7FD-A9729A9E8957}" destId="{8C8327D2-CCC1-4228-A706-191D2858B31D}" srcOrd="0" destOrd="0" presId="urn:microsoft.com/office/officeart/2008/layout/HorizontalMultiLevelHierarchy"/>
    <dgm:cxn modelId="{295728F6-2EB4-4847-9737-3C6B503E37FD}" type="presOf" srcId="{88BD49A5-0A54-4098-B0B2-B0811E6C35E4}" destId="{28812A79-C3D3-4BE6-9A0A-0401F6756C21}" srcOrd="0" destOrd="0" presId="urn:microsoft.com/office/officeart/2008/layout/HorizontalMultiLevelHierarchy"/>
    <dgm:cxn modelId="{450C85F7-9A26-424F-9151-CB0D024244FF}" type="presOf" srcId="{DC8286E3-96B0-4EAE-BC54-DBC763BAE7C7}" destId="{51F8C832-D9CC-4C64-9627-D31D9BE3A864}" srcOrd="1" destOrd="0" presId="urn:microsoft.com/office/officeart/2008/layout/HorizontalMultiLevelHierarchy"/>
    <dgm:cxn modelId="{8FCB5BFB-3273-490B-B6A0-B25941EBB5BC}" type="presOf" srcId="{07E1EBB2-E5E4-4FF4-9038-B97D3F61BB20}" destId="{6C24E062-9D02-4BFA-B53A-D4A1D5606F9E}" srcOrd="0" destOrd="0" presId="urn:microsoft.com/office/officeart/2008/layout/HorizontalMultiLevelHierarchy"/>
    <dgm:cxn modelId="{1B8F97FB-C399-43EB-AD43-7A4D1D08F4B8}" type="presOf" srcId="{FA2CEEE1-5020-4FDA-A183-D6161FBECDAC}" destId="{A69A57A5-2DAA-415E-8F89-848DAE4DB644}" srcOrd="0" destOrd="0" presId="urn:microsoft.com/office/officeart/2008/layout/HorizontalMultiLevelHierarchy"/>
    <dgm:cxn modelId="{EBBDAB38-F1A1-48E9-AC5F-0CD9750B2143}" type="presParOf" srcId="{A69A57A5-2DAA-415E-8F89-848DAE4DB644}" destId="{B38230F0-616A-4E27-A939-CC27499B629E}" srcOrd="0" destOrd="0" presId="urn:microsoft.com/office/officeart/2008/layout/HorizontalMultiLevelHierarchy"/>
    <dgm:cxn modelId="{F3C6D8BD-39B6-490B-8461-631369630607}" type="presParOf" srcId="{B38230F0-616A-4E27-A939-CC27499B629E}" destId="{CBA33412-92C8-428C-A42B-41990B120A23}" srcOrd="0" destOrd="0" presId="urn:microsoft.com/office/officeart/2008/layout/HorizontalMultiLevelHierarchy"/>
    <dgm:cxn modelId="{1F8B64F2-C306-4AB6-82EA-16DCBE3BCA23}" type="presParOf" srcId="{B38230F0-616A-4E27-A939-CC27499B629E}" destId="{702F2996-8A73-4928-832A-938AF0216BD3}" srcOrd="1" destOrd="0" presId="urn:microsoft.com/office/officeart/2008/layout/HorizontalMultiLevelHierarchy"/>
    <dgm:cxn modelId="{AC26DB5A-4EA3-4D39-90FA-9ACD2393F619}" type="presParOf" srcId="{702F2996-8A73-4928-832A-938AF0216BD3}" destId="{B710305F-E016-4962-B82F-47C6649A7C1B}" srcOrd="0" destOrd="0" presId="urn:microsoft.com/office/officeart/2008/layout/HorizontalMultiLevelHierarchy"/>
    <dgm:cxn modelId="{4C371CE2-A070-4AFA-A815-7340392DCCE2}" type="presParOf" srcId="{B710305F-E016-4962-B82F-47C6649A7C1B}" destId="{194D9E0A-5162-4135-8BA1-FD8FEA8E7968}" srcOrd="0" destOrd="0" presId="urn:microsoft.com/office/officeart/2008/layout/HorizontalMultiLevelHierarchy"/>
    <dgm:cxn modelId="{C3593C59-5480-4E09-8E32-9795F27D72DD}" type="presParOf" srcId="{702F2996-8A73-4928-832A-938AF0216BD3}" destId="{91977F70-7912-4B04-B6F9-C0A4DB93661B}" srcOrd="1" destOrd="0" presId="urn:microsoft.com/office/officeart/2008/layout/HorizontalMultiLevelHierarchy"/>
    <dgm:cxn modelId="{EFC4B410-2F12-4D43-8F54-CCE90BBCCA11}" type="presParOf" srcId="{91977F70-7912-4B04-B6F9-C0A4DB93661B}" destId="{8C8327D2-CCC1-4228-A706-191D2858B31D}" srcOrd="0" destOrd="0" presId="urn:microsoft.com/office/officeart/2008/layout/HorizontalMultiLevelHierarchy"/>
    <dgm:cxn modelId="{2CA67F9E-8A43-43CF-8546-29E60D5CF1CB}" type="presParOf" srcId="{91977F70-7912-4B04-B6F9-C0A4DB93661B}" destId="{525F32D5-6D44-4223-A344-9209029D813F}" srcOrd="1" destOrd="0" presId="urn:microsoft.com/office/officeart/2008/layout/HorizontalMultiLevelHierarchy"/>
    <dgm:cxn modelId="{8E934164-D9CC-4B61-AE29-6E358FF0C83D}" type="presParOf" srcId="{702F2996-8A73-4928-832A-938AF0216BD3}" destId="{F9AB15AC-EC01-405D-8E3B-F1A6C171D830}" srcOrd="2" destOrd="0" presId="urn:microsoft.com/office/officeart/2008/layout/HorizontalMultiLevelHierarchy"/>
    <dgm:cxn modelId="{2855E723-0DBC-4C54-96F3-8BEFA605E6B8}" type="presParOf" srcId="{F9AB15AC-EC01-405D-8E3B-F1A6C171D830}" destId="{EECBC19C-51C2-4FA4-8EAF-A7E006021016}" srcOrd="0" destOrd="0" presId="urn:microsoft.com/office/officeart/2008/layout/HorizontalMultiLevelHierarchy"/>
    <dgm:cxn modelId="{FD598C73-6C44-4EE4-BC1C-BE9FDF1CC53F}" type="presParOf" srcId="{702F2996-8A73-4928-832A-938AF0216BD3}" destId="{05B2D4D1-F9CA-4301-B055-A10EE941FFA0}" srcOrd="3" destOrd="0" presId="urn:microsoft.com/office/officeart/2008/layout/HorizontalMultiLevelHierarchy"/>
    <dgm:cxn modelId="{44558FF4-7A1F-4BA3-ABF1-183CEB93D8E7}" type="presParOf" srcId="{05B2D4D1-F9CA-4301-B055-A10EE941FFA0}" destId="{6C24E062-9D02-4BFA-B53A-D4A1D5606F9E}" srcOrd="0" destOrd="0" presId="urn:microsoft.com/office/officeart/2008/layout/HorizontalMultiLevelHierarchy"/>
    <dgm:cxn modelId="{4867F692-D0DF-43EE-B929-2FE133BA061A}" type="presParOf" srcId="{05B2D4D1-F9CA-4301-B055-A10EE941FFA0}" destId="{34E44B64-80AD-42BF-A18A-0F1809C7BB78}" srcOrd="1" destOrd="0" presId="urn:microsoft.com/office/officeart/2008/layout/HorizontalMultiLevelHierarchy"/>
    <dgm:cxn modelId="{2CA9FE22-57DD-4D42-995F-6BF8287701BA}" type="presParOf" srcId="{702F2996-8A73-4928-832A-938AF0216BD3}" destId="{12EE59EA-2559-492A-B654-9A407D9C3DF8}" srcOrd="4" destOrd="0" presId="urn:microsoft.com/office/officeart/2008/layout/HorizontalMultiLevelHierarchy"/>
    <dgm:cxn modelId="{51F4B3DC-1305-4169-8261-BE61A5885D06}" type="presParOf" srcId="{12EE59EA-2559-492A-B654-9A407D9C3DF8}" destId="{51F8C832-D9CC-4C64-9627-D31D9BE3A864}" srcOrd="0" destOrd="0" presId="urn:microsoft.com/office/officeart/2008/layout/HorizontalMultiLevelHierarchy"/>
    <dgm:cxn modelId="{834918C9-7F64-4BAD-915E-C0C6CE715046}" type="presParOf" srcId="{702F2996-8A73-4928-832A-938AF0216BD3}" destId="{C3168CBD-7DD8-4262-A985-228C4E1B716A}" srcOrd="5" destOrd="0" presId="urn:microsoft.com/office/officeart/2008/layout/HorizontalMultiLevelHierarchy"/>
    <dgm:cxn modelId="{D65819EF-CECA-4D2B-B082-D57B824E8A3F}" type="presParOf" srcId="{C3168CBD-7DD8-4262-A985-228C4E1B716A}" destId="{28812A79-C3D3-4BE6-9A0A-0401F6756C21}" srcOrd="0" destOrd="0" presId="urn:microsoft.com/office/officeart/2008/layout/HorizontalMultiLevelHierarchy"/>
    <dgm:cxn modelId="{318B7E61-19E0-4F89-A07B-3D3D5B23CA3E}" type="presParOf" srcId="{C3168CBD-7DD8-4262-A985-228C4E1B716A}" destId="{F7914EDC-660C-4CDF-8CF7-D90C850D5AAD}" srcOrd="1" destOrd="0" presId="urn:microsoft.com/office/officeart/2008/layout/HorizontalMultiLevelHierarchy"/>
    <dgm:cxn modelId="{8BFACD14-22E1-4C99-98B6-B412D722ED89}" type="presParOf" srcId="{702F2996-8A73-4928-832A-938AF0216BD3}" destId="{C748C5B6-28DC-480E-835C-176AA7DD30BB}" srcOrd="6" destOrd="0" presId="urn:microsoft.com/office/officeart/2008/layout/HorizontalMultiLevelHierarchy"/>
    <dgm:cxn modelId="{41966523-DF13-4646-BE42-99028D3C43FC}" type="presParOf" srcId="{C748C5B6-28DC-480E-835C-176AA7DD30BB}" destId="{F65043E2-3EAB-467D-B49E-8EB3DAA22FA5}" srcOrd="0" destOrd="0" presId="urn:microsoft.com/office/officeart/2008/layout/HorizontalMultiLevelHierarchy"/>
    <dgm:cxn modelId="{14D87A10-6378-403F-8C61-C188CAE366F4}" type="presParOf" srcId="{702F2996-8A73-4928-832A-938AF0216BD3}" destId="{640CDDF7-4FC3-46EA-9DE3-596DEDC0E37A}" srcOrd="7" destOrd="0" presId="urn:microsoft.com/office/officeart/2008/layout/HorizontalMultiLevelHierarchy"/>
    <dgm:cxn modelId="{DB058EEB-F0AD-4383-A9F8-450A2BC82678}" type="presParOf" srcId="{640CDDF7-4FC3-46EA-9DE3-596DEDC0E37A}" destId="{EDAAD925-63B0-4E37-8249-42174ED62577}" srcOrd="0" destOrd="0" presId="urn:microsoft.com/office/officeart/2008/layout/HorizontalMultiLevelHierarchy"/>
    <dgm:cxn modelId="{18A75D07-57BF-4FEA-BFE7-3F231E7B66C4}" type="presParOf" srcId="{640CDDF7-4FC3-46EA-9DE3-596DEDC0E37A}" destId="{6763118D-A536-42D1-AC38-58E52970639F}" srcOrd="1" destOrd="0" presId="urn:microsoft.com/office/officeart/2008/layout/HorizontalMultiLevelHierarchy"/>
    <dgm:cxn modelId="{EA76562A-FDC1-49B7-8584-87E0ED748457}" type="presParOf" srcId="{702F2996-8A73-4928-832A-938AF0216BD3}" destId="{26B12C09-A773-4D01-BBB6-42D531673036}" srcOrd="8" destOrd="0" presId="urn:microsoft.com/office/officeart/2008/layout/HorizontalMultiLevelHierarchy"/>
    <dgm:cxn modelId="{40130C48-AF5B-49B3-BB4C-1DED6B48965D}" type="presParOf" srcId="{26B12C09-A773-4D01-BBB6-42D531673036}" destId="{B094AAEA-89E2-443C-945E-CBD860021FA0}" srcOrd="0" destOrd="0" presId="urn:microsoft.com/office/officeart/2008/layout/HorizontalMultiLevelHierarchy"/>
    <dgm:cxn modelId="{67E4CBDE-8C10-4DF6-9845-509366695740}" type="presParOf" srcId="{702F2996-8A73-4928-832A-938AF0216BD3}" destId="{6DFCD98C-703A-4960-ADAA-8D48762F5597}" srcOrd="9" destOrd="0" presId="urn:microsoft.com/office/officeart/2008/layout/HorizontalMultiLevelHierarchy"/>
    <dgm:cxn modelId="{FF78B153-3777-4E91-8376-F02B62529D85}" type="presParOf" srcId="{6DFCD98C-703A-4960-ADAA-8D48762F5597}" destId="{D61CD7B7-1480-402A-AB58-3845AE873C0A}" srcOrd="0" destOrd="0" presId="urn:microsoft.com/office/officeart/2008/layout/HorizontalMultiLevelHierarchy"/>
    <dgm:cxn modelId="{BABB11B3-2B35-436A-A4D7-747D40AF0A2F}" type="presParOf" srcId="{6DFCD98C-703A-4960-ADAA-8D48762F5597}" destId="{F5B19BD5-F496-4CD0-802B-BE7DBA779B98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A2CEEE1-5020-4FDA-A183-D6161FBECDAC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E07DCD9-DB26-4587-932E-5A7A18A37876}">
      <dgm:prSet phldrT="[Text]"/>
      <dgm:spPr>
        <a:solidFill>
          <a:schemeClr val="bg1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Non Thermal</a:t>
          </a:r>
        </a:p>
      </dgm:t>
    </dgm:pt>
    <dgm:pt modelId="{B394DDF6-18D4-468C-B9C8-6671D724C624}" type="parTrans" cxnId="{F98FB385-AC07-47D5-A545-5EBCB45B7805}">
      <dgm:prSet/>
      <dgm:spPr/>
      <dgm:t>
        <a:bodyPr/>
        <a:lstStyle/>
        <a:p>
          <a:endParaRPr lang="en-US"/>
        </a:p>
      </dgm:t>
    </dgm:pt>
    <dgm:pt modelId="{64E3A5FA-AB46-460C-A32F-5266548A99DD}" type="sibTrans" cxnId="{F98FB385-AC07-47D5-A545-5EBCB45B7805}">
      <dgm:prSet/>
      <dgm:spPr/>
      <dgm:t>
        <a:bodyPr/>
        <a:lstStyle/>
        <a:p>
          <a:endParaRPr lang="en-US"/>
        </a:p>
      </dgm:t>
    </dgm:pt>
    <dgm:pt modelId="{3A3E2E3D-2517-475E-B7FD-A9729A9E8957}">
      <dgm:prSet phldrT="[Text]"/>
      <dgm:spPr>
        <a:solidFill>
          <a:schemeClr val="bg1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Hydel Energy</a:t>
          </a:r>
        </a:p>
      </dgm:t>
    </dgm:pt>
    <dgm:pt modelId="{054DB98B-4903-4376-AC3F-C53DF3DABF39}" type="parTrans" cxnId="{DC44AFC8-1040-449C-A159-DCA21BAB5C17}">
      <dgm:prSet/>
      <dgm:spPr>
        <a:ln w="57150">
          <a:solidFill>
            <a:schemeClr val="tx1"/>
          </a:solidFill>
        </a:ln>
      </dgm:spPr>
      <dgm:t>
        <a:bodyPr/>
        <a:lstStyle/>
        <a:p>
          <a:endParaRPr lang="en-US"/>
        </a:p>
      </dgm:t>
    </dgm:pt>
    <dgm:pt modelId="{6A6E2188-DCE3-4437-A16A-44CE7EC28580}" type="sibTrans" cxnId="{DC44AFC8-1040-449C-A159-DCA21BAB5C17}">
      <dgm:prSet/>
      <dgm:spPr/>
      <dgm:t>
        <a:bodyPr/>
        <a:lstStyle/>
        <a:p>
          <a:endParaRPr lang="en-US"/>
        </a:p>
      </dgm:t>
    </dgm:pt>
    <dgm:pt modelId="{820ED989-E469-466A-AF93-F1A5186BEB59}">
      <dgm:prSet phldrT="[Text]"/>
      <dgm:spPr>
        <a:solidFill>
          <a:schemeClr val="bg1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Tidal Energy</a:t>
          </a:r>
        </a:p>
      </dgm:t>
    </dgm:pt>
    <dgm:pt modelId="{94DD9204-D136-4726-ABC4-9BC0470E40AE}" type="parTrans" cxnId="{8DC90F75-F024-4C8E-98CE-2C9E79C137A6}">
      <dgm:prSet/>
      <dgm:spPr>
        <a:ln w="57150">
          <a:solidFill>
            <a:schemeClr val="tx1"/>
          </a:solidFill>
        </a:ln>
      </dgm:spPr>
      <dgm:t>
        <a:bodyPr/>
        <a:lstStyle/>
        <a:p>
          <a:endParaRPr lang="en-US"/>
        </a:p>
      </dgm:t>
    </dgm:pt>
    <dgm:pt modelId="{45B9DE55-74B3-4271-8B5F-F86A74B9DA36}" type="sibTrans" cxnId="{8DC90F75-F024-4C8E-98CE-2C9E79C137A6}">
      <dgm:prSet/>
      <dgm:spPr/>
      <dgm:t>
        <a:bodyPr/>
        <a:lstStyle/>
        <a:p>
          <a:endParaRPr lang="en-US"/>
        </a:p>
      </dgm:t>
    </dgm:pt>
    <dgm:pt modelId="{301194A4-4FFE-425A-8668-570E070EBB85}">
      <dgm:prSet phldrT="[Text]"/>
      <dgm:spPr>
        <a:solidFill>
          <a:schemeClr val="bg1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Wind Energy</a:t>
          </a:r>
        </a:p>
      </dgm:t>
    </dgm:pt>
    <dgm:pt modelId="{0F785887-4209-4EED-80A3-AB6AB77D8C92}" type="parTrans" cxnId="{4839ABC6-A0D4-41B0-9244-E561DEB3D5F3}">
      <dgm:prSet/>
      <dgm:spPr>
        <a:ln w="57150">
          <a:solidFill>
            <a:schemeClr val="tx1"/>
          </a:solidFill>
        </a:ln>
      </dgm:spPr>
      <dgm:t>
        <a:bodyPr/>
        <a:lstStyle/>
        <a:p>
          <a:endParaRPr lang="en-US"/>
        </a:p>
      </dgm:t>
    </dgm:pt>
    <dgm:pt modelId="{BD56AB7E-BFA2-43E8-B285-7AF9FDBF1AF5}" type="sibTrans" cxnId="{4839ABC6-A0D4-41B0-9244-E561DEB3D5F3}">
      <dgm:prSet/>
      <dgm:spPr/>
      <dgm:t>
        <a:bodyPr/>
        <a:lstStyle/>
        <a:p>
          <a:endParaRPr lang="en-US"/>
        </a:p>
      </dgm:t>
    </dgm:pt>
    <dgm:pt modelId="{A69A57A5-2DAA-415E-8F89-848DAE4DB644}" type="pres">
      <dgm:prSet presAssocID="{FA2CEEE1-5020-4FDA-A183-D6161FBECDAC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B38230F0-616A-4E27-A939-CC27499B629E}" type="pres">
      <dgm:prSet presAssocID="{6E07DCD9-DB26-4587-932E-5A7A18A37876}" presName="root1" presStyleCnt="0"/>
      <dgm:spPr/>
    </dgm:pt>
    <dgm:pt modelId="{CBA33412-92C8-428C-A42B-41990B120A23}" type="pres">
      <dgm:prSet presAssocID="{6E07DCD9-DB26-4587-932E-5A7A18A37876}" presName="LevelOneTextNode" presStyleLbl="node0" presStyleIdx="0" presStyleCnt="1">
        <dgm:presLayoutVars>
          <dgm:chPref val="3"/>
        </dgm:presLayoutVars>
      </dgm:prSet>
      <dgm:spPr/>
    </dgm:pt>
    <dgm:pt modelId="{702F2996-8A73-4928-832A-938AF0216BD3}" type="pres">
      <dgm:prSet presAssocID="{6E07DCD9-DB26-4587-932E-5A7A18A37876}" presName="level2hierChild" presStyleCnt="0"/>
      <dgm:spPr/>
    </dgm:pt>
    <dgm:pt modelId="{B710305F-E016-4962-B82F-47C6649A7C1B}" type="pres">
      <dgm:prSet presAssocID="{054DB98B-4903-4376-AC3F-C53DF3DABF39}" presName="conn2-1" presStyleLbl="parChTrans1D2" presStyleIdx="0" presStyleCnt="3"/>
      <dgm:spPr/>
    </dgm:pt>
    <dgm:pt modelId="{194D9E0A-5162-4135-8BA1-FD8FEA8E7968}" type="pres">
      <dgm:prSet presAssocID="{054DB98B-4903-4376-AC3F-C53DF3DABF39}" presName="connTx" presStyleLbl="parChTrans1D2" presStyleIdx="0" presStyleCnt="3"/>
      <dgm:spPr/>
    </dgm:pt>
    <dgm:pt modelId="{91977F70-7912-4B04-B6F9-C0A4DB93661B}" type="pres">
      <dgm:prSet presAssocID="{3A3E2E3D-2517-475E-B7FD-A9729A9E8957}" presName="root2" presStyleCnt="0"/>
      <dgm:spPr/>
    </dgm:pt>
    <dgm:pt modelId="{8C8327D2-CCC1-4228-A706-191D2858B31D}" type="pres">
      <dgm:prSet presAssocID="{3A3E2E3D-2517-475E-B7FD-A9729A9E8957}" presName="LevelTwoTextNode" presStyleLbl="node2" presStyleIdx="0" presStyleCnt="3">
        <dgm:presLayoutVars>
          <dgm:chPref val="3"/>
        </dgm:presLayoutVars>
      </dgm:prSet>
      <dgm:spPr/>
    </dgm:pt>
    <dgm:pt modelId="{525F32D5-6D44-4223-A344-9209029D813F}" type="pres">
      <dgm:prSet presAssocID="{3A3E2E3D-2517-475E-B7FD-A9729A9E8957}" presName="level3hierChild" presStyleCnt="0"/>
      <dgm:spPr/>
    </dgm:pt>
    <dgm:pt modelId="{C748C5B6-28DC-480E-835C-176AA7DD30BB}" type="pres">
      <dgm:prSet presAssocID="{94DD9204-D136-4726-ABC4-9BC0470E40AE}" presName="conn2-1" presStyleLbl="parChTrans1D2" presStyleIdx="1" presStyleCnt="3"/>
      <dgm:spPr/>
    </dgm:pt>
    <dgm:pt modelId="{F65043E2-3EAB-467D-B49E-8EB3DAA22FA5}" type="pres">
      <dgm:prSet presAssocID="{94DD9204-D136-4726-ABC4-9BC0470E40AE}" presName="connTx" presStyleLbl="parChTrans1D2" presStyleIdx="1" presStyleCnt="3"/>
      <dgm:spPr/>
    </dgm:pt>
    <dgm:pt modelId="{640CDDF7-4FC3-46EA-9DE3-596DEDC0E37A}" type="pres">
      <dgm:prSet presAssocID="{820ED989-E469-466A-AF93-F1A5186BEB59}" presName="root2" presStyleCnt="0"/>
      <dgm:spPr/>
    </dgm:pt>
    <dgm:pt modelId="{EDAAD925-63B0-4E37-8249-42174ED62577}" type="pres">
      <dgm:prSet presAssocID="{820ED989-E469-466A-AF93-F1A5186BEB59}" presName="LevelTwoTextNode" presStyleLbl="node2" presStyleIdx="1" presStyleCnt="3">
        <dgm:presLayoutVars>
          <dgm:chPref val="3"/>
        </dgm:presLayoutVars>
      </dgm:prSet>
      <dgm:spPr/>
    </dgm:pt>
    <dgm:pt modelId="{6763118D-A536-42D1-AC38-58E52970639F}" type="pres">
      <dgm:prSet presAssocID="{820ED989-E469-466A-AF93-F1A5186BEB59}" presName="level3hierChild" presStyleCnt="0"/>
      <dgm:spPr/>
    </dgm:pt>
    <dgm:pt modelId="{26B12C09-A773-4D01-BBB6-42D531673036}" type="pres">
      <dgm:prSet presAssocID="{0F785887-4209-4EED-80A3-AB6AB77D8C92}" presName="conn2-1" presStyleLbl="parChTrans1D2" presStyleIdx="2" presStyleCnt="3"/>
      <dgm:spPr/>
    </dgm:pt>
    <dgm:pt modelId="{B094AAEA-89E2-443C-945E-CBD860021FA0}" type="pres">
      <dgm:prSet presAssocID="{0F785887-4209-4EED-80A3-AB6AB77D8C92}" presName="connTx" presStyleLbl="parChTrans1D2" presStyleIdx="2" presStyleCnt="3"/>
      <dgm:spPr/>
    </dgm:pt>
    <dgm:pt modelId="{6DFCD98C-703A-4960-ADAA-8D48762F5597}" type="pres">
      <dgm:prSet presAssocID="{301194A4-4FFE-425A-8668-570E070EBB85}" presName="root2" presStyleCnt="0"/>
      <dgm:spPr/>
    </dgm:pt>
    <dgm:pt modelId="{D61CD7B7-1480-402A-AB58-3845AE873C0A}" type="pres">
      <dgm:prSet presAssocID="{301194A4-4FFE-425A-8668-570E070EBB85}" presName="LevelTwoTextNode" presStyleLbl="node2" presStyleIdx="2" presStyleCnt="3">
        <dgm:presLayoutVars>
          <dgm:chPref val="3"/>
        </dgm:presLayoutVars>
      </dgm:prSet>
      <dgm:spPr/>
    </dgm:pt>
    <dgm:pt modelId="{F5B19BD5-F496-4CD0-802B-BE7DBA779B98}" type="pres">
      <dgm:prSet presAssocID="{301194A4-4FFE-425A-8668-570E070EBB85}" presName="level3hierChild" presStyleCnt="0"/>
      <dgm:spPr/>
    </dgm:pt>
  </dgm:ptLst>
  <dgm:cxnLst>
    <dgm:cxn modelId="{2833CA27-B74F-4C6E-84E6-2C8896068B97}" type="presOf" srcId="{6E07DCD9-DB26-4587-932E-5A7A18A37876}" destId="{CBA33412-92C8-428C-A42B-41990B120A23}" srcOrd="0" destOrd="0" presId="urn:microsoft.com/office/officeart/2008/layout/HorizontalMultiLevelHierarchy"/>
    <dgm:cxn modelId="{76F21966-32AB-4123-A8D9-5ACD6D8BC4D5}" type="presOf" srcId="{054DB98B-4903-4376-AC3F-C53DF3DABF39}" destId="{194D9E0A-5162-4135-8BA1-FD8FEA8E7968}" srcOrd="1" destOrd="0" presId="urn:microsoft.com/office/officeart/2008/layout/HorizontalMultiLevelHierarchy"/>
    <dgm:cxn modelId="{8DC90F75-F024-4C8E-98CE-2C9E79C137A6}" srcId="{6E07DCD9-DB26-4587-932E-5A7A18A37876}" destId="{820ED989-E469-466A-AF93-F1A5186BEB59}" srcOrd="1" destOrd="0" parTransId="{94DD9204-D136-4726-ABC4-9BC0470E40AE}" sibTransId="{45B9DE55-74B3-4271-8B5F-F86A74B9DA36}"/>
    <dgm:cxn modelId="{F98FB385-AC07-47D5-A545-5EBCB45B7805}" srcId="{FA2CEEE1-5020-4FDA-A183-D6161FBECDAC}" destId="{6E07DCD9-DB26-4587-932E-5A7A18A37876}" srcOrd="0" destOrd="0" parTransId="{B394DDF6-18D4-468C-B9C8-6671D724C624}" sibTransId="{64E3A5FA-AB46-460C-A32F-5266548A99DD}"/>
    <dgm:cxn modelId="{E6CD5795-62F3-449B-AB7D-BEF93CF1EA6A}" type="presOf" srcId="{94DD9204-D136-4726-ABC4-9BC0470E40AE}" destId="{C748C5B6-28DC-480E-835C-176AA7DD30BB}" srcOrd="0" destOrd="0" presId="urn:microsoft.com/office/officeart/2008/layout/HorizontalMultiLevelHierarchy"/>
    <dgm:cxn modelId="{B907D395-6102-4E8F-AD74-CE86CA1DE953}" type="presOf" srcId="{820ED989-E469-466A-AF93-F1A5186BEB59}" destId="{EDAAD925-63B0-4E37-8249-42174ED62577}" srcOrd="0" destOrd="0" presId="urn:microsoft.com/office/officeart/2008/layout/HorizontalMultiLevelHierarchy"/>
    <dgm:cxn modelId="{ABB79EAB-38A7-4ED1-9B39-57F5DA14EDF9}" type="presOf" srcId="{054DB98B-4903-4376-AC3F-C53DF3DABF39}" destId="{B710305F-E016-4962-B82F-47C6649A7C1B}" srcOrd="0" destOrd="0" presId="urn:microsoft.com/office/officeart/2008/layout/HorizontalMultiLevelHierarchy"/>
    <dgm:cxn modelId="{AF0ED8B5-E3EC-4CA5-9747-77405AAF9162}" type="presOf" srcId="{301194A4-4FFE-425A-8668-570E070EBB85}" destId="{D61CD7B7-1480-402A-AB58-3845AE873C0A}" srcOrd="0" destOrd="0" presId="urn:microsoft.com/office/officeart/2008/layout/HorizontalMultiLevelHierarchy"/>
    <dgm:cxn modelId="{076C59C4-E133-4CA9-9425-ED055F7B5B20}" type="presOf" srcId="{94DD9204-D136-4726-ABC4-9BC0470E40AE}" destId="{F65043E2-3EAB-467D-B49E-8EB3DAA22FA5}" srcOrd="1" destOrd="0" presId="urn:microsoft.com/office/officeart/2008/layout/HorizontalMultiLevelHierarchy"/>
    <dgm:cxn modelId="{4839ABC6-A0D4-41B0-9244-E561DEB3D5F3}" srcId="{6E07DCD9-DB26-4587-932E-5A7A18A37876}" destId="{301194A4-4FFE-425A-8668-570E070EBB85}" srcOrd="2" destOrd="0" parTransId="{0F785887-4209-4EED-80A3-AB6AB77D8C92}" sibTransId="{BD56AB7E-BFA2-43E8-B285-7AF9FDBF1AF5}"/>
    <dgm:cxn modelId="{DC44AFC8-1040-449C-A159-DCA21BAB5C17}" srcId="{6E07DCD9-DB26-4587-932E-5A7A18A37876}" destId="{3A3E2E3D-2517-475E-B7FD-A9729A9E8957}" srcOrd="0" destOrd="0" parTransId="{054DB98B-4903-4376-AC3F-C53DF3DABF39}" sibTransId="{6A6E2188-DCE3-4437-A16A-44CE7EC28580}"/>
    <dgm:cxn modelId="{9B6ADDD0-A870-462D-8685-0AB8491080BA}" type="presOf" srcId="{0F785887-4209-4EED-80A3-AB6AB77D8C92}" destId="{26B12C09-A773-4D01-BBB6-42D531673036}" srcOrd="0" destOrd="0" presId="urn:microsoft.com/office/officeart/2008/layout/HorizontalMultiLevelHierarchy"/>
    <dgm:cxn modelId="{8B210DDC-70F3-49A1-8EF0-3C6DD1C399DF}" type="presOf" srcId="{0F785887-4209-4EED-80A3-AB6AB77D8C92}" destId="{B094AAEA-89E2-443C-945E-CBD860021FA0}" srcOrd="1" destOrd="0" presId="urn:microsoft.com/office/officeart/2008/layout/HorizontalMultiLevelHierarchy"/>
    <dgm:cxn modelId="{4A2C58E9-4FF6-4D98-A686-49BCFE5DC64F}" type="presOf" srcId="{3A3E2E3D-2517-475E-B7FD-A9729A9E8957}" destId="{8C8327D2-CCC1-4228-A706-191D2858B31D}" srcOrd="0" destOrd="0" presId="urn:microsoft.com/office/officeart/2008/layout/HorizontalMultiLevelHierarchy"/>
    <dgm:cxn modelId="{1B8F97FB-C399-43EB-AD43-7A4D1D08F4B8}" type="presOf" srcId="{FA2CEEE1-5020-4FDA-A183-D6161FBECDAC}" destId="{A69A57A5-2DAA-415E-8F89-848DAE4DB644}" srcOrd="0" destOrd="0" presId="urn:microsoft.com/office/officeart/2008/layout/HorizontalMultiLevelHierarchy"/>
    <dgm:cxn modelId="{EBBDAB38-F1A1-48E9-AC5F-0CD9750B2143}" type="presParOf" srcId="{A69A57A5-2DAA-415E-8F89-848DAE4DB644}" destId="{B38230F0-616A-4E27-A939-CC27499B629E}" srcOrd="0" destOrd="0" presId="urn:microsoft.com/office/officeart/2008/layout/HorizontalMultiLevelHierarchy"/>
    <dgm:cxn modelId="{F3C6D8BD-39B6-490B-8461-631369630607}" type="presParOf" srcId="{B38230F0-616A-4E27-A939-CC27499B629E}" destId="{CBA33412-92C8-428C-A42B-41990B120A23}" srcOrd="0" destOrd="0" presId="urn:microsoft.com/office/officeart/2008/layout/HorizontalMultiLevelHierarchy"/>
    <dgm:cxn modelId="{1F8B64F2-C306-4AB6-82EA-16DCBE3BCA23}" type="presParOf" srcId="{B38230F0-616A-4E27-A939-CC27499B629E}" destId="{702F2996-8A73-4928-832A-938AF0216BD3}" srcOrd="1" destOrd="0" presId="urn:microsoft.com/office/officeart/2008/layout/HorizontalMultiLevelHierarchy"/>
    <dgm:cxn modelId="{AC26DB5A-4EA3-4D39-90FA-9ACD2393F619}" type="presParOf" srcId="{702F2996-8A73-4928-832A-938AF0216BD3}" destId="{B710305F-E016-4962-B82F-47C6649A7C1B}" srcOrd="0" destOrd="0" presId="urn:microsoft.com/office/officeart/2008/layout/HorizontalMultiLevelHierarchy"/>
    <dgm:cxn modelId="{4C371CE2-A070-4AFA-A815-7340392DCCE2}" type="presParOf" srcId="{B710305F-E016-4962-B82F-47C6649A7C1B}" destId="{194D9E0A-5162-4135-8BA1-FD8FEA8E7968}" srcOrd="0" destOrd="0" presId="urn:microsoft.com/office/officeart/2008/layout/HorizontalMultiLevelHierarchy"/>
    <dgm:cxn modelId="{C3593C59-5480-4E09-8E32-9795F27D72DD}" type="presParOf" srcId="{702F2996-8A73-4928-832A-938AF0216BD3}" destId="{91977F70-7912-4B04-B6F9-C0A4DB93661B}" srcOrd="1" destOrd="0" presId="urn:microsoft.com/office/officeart/2008/layout/HorizontalMultiLevelHierarchy"/>
    <dgm:cxn modelId="{EFC4B410-2F12-4D43-8F54-CCE90BBCCA11}" type="presParOf" srcId="{91977F70-7912-4B04-B6F9-C0A4DB93661B}" destId="{8C8327D2-CCC1-4228-A706-191D2858B31D}" srcOrd="0" destOrd="0" presId="urn:microsoft.com/office/officeart/2008/layout/HorizontalMultiLevelHierarchy"/>
    <dgm:cxn modelId="{2CA67F9E-8A43-43CF-8546-29E60D5CF1CB}" type="presParOf" srcId="{91977F70-7912-4B04-B6F9-C0A4DB93661B}" destId="{525F32D5-6D44-4223-A344-9209029D813F}" srcOrd="1" destOrd="0" presId="urn:microsoft.com/office/officeart/2008/layout/HorizontalMultiLevelHierarchy"/>
    <dgm:cxn modelId="{8BFACD14-22E1-4C99-98B6-B412D722ED89}" type="presParOf" srcId="{702F2996-8A73-4928-832A-938AF0216BD3}" destId="{C748C5B6-28DC-480E-835C-176AA7DD30BB}" srcOrd="2" destOrd="0" presId="urn:microsoft.com/office/officeart/2008/layout/HorizontalMultiLevelHierarchy"/>
    <dgm:cxn modelId="{41966523-DF13-4646-BE42-99028D3C43FC}" type="presParOf" srcId="{C748C5B6-28DC-480E-835C-176AA7DD30BB}" destId="{F65043E2-3EAB-467D-B49E-8EB3DAA22FA5}" srcOrd="0" destOrd="0" presId="urn:microsoft.com/office/officeart/2008/layout/HorizontalMultiLevelHierarchy"/>
    <dgm:cxn modelId="{14D87A10-6378-403F-8C61-C188CAE366F4}" type="presParOf" srcId="{702F2996-8A73-4928-832A-938AF0216BD3}" destId="{640CDDF7-4FC3-46EA-9DE3-596DEDC0E37A}" srcOrd="3" destOrd="0" presId="urn:microsoft.com/office/officeart/2008/layout/HorizontalMultiLevelHierarchy"/>
    <dgm:cxn modelId="{DB058EEB-F0AD-4383-A9F8-450A2BC82678}" type="presParOf" srcId="{640CDDF7-4FC3-46EA-9DE3-596DEDC0E37A}" destId="{EDAAD925-63B0-4E37-8249-42174ED62577}" srcOrd="0" destOrd="0" presId="urn:microsoft.com/office/officeart/2008/layout/HorizontalMultiLevelHierarchy"/>
    <dgm:cxn modelId="{18A75D07-57BF-4FEA-BFE7-3F231E7B66C4}" type="presParOf" srcId="{640CDDF7-4FC3-46EA-9DE3-596DEDC0E37A}" destId="{6763118D-A536-42D1-AC38-58E52970639F}" srcOrd="1" destOrd="0" presId="urn:microsoft.com/office/officeart/2008/layout/HorizontalMultiLevelHierarchy"/>
    <dgm:cxn modelId="{EA76562A-FDC1-49B7-8584-87E0ED748457}" type="presParOf" srcId="{702F2996-8A73-4928-832A-938AF0216BD3}" destId="{26B12C09-A773-4D01-BBB6-42D531673036}" srcOrd="4" destOrd="0" presId="urn:microsoft.com/office/officeart/2008/layout/HorizontalMultiLevelHierarchy"/>
    <dgm:cxn modelId="{40130C48-AF5B-49B3-BB4C-1DED6B48965D}" type="presParOf" srcId="{26B12C09-A773-4D01-BBB6-42D531673036}" destId="{B094AAEA-89E2-443C-945E-CBD860021FA0}" srcOrd="0" destOrd="0" presId="urn:microsoft.com/office/officeart/2008/layout/HorizontalMultiLevelHierarchy"/>
    <dgm:cxn modelId="{67E4CBDE-8C10-4DF6-9845-509366695740}" type="presParOf" srcId="{702F2996-8A73-4928-832A-938AF0216BD3}" destId="{6DFCD98C-703A-4960-ADAA-8D48762F5597}" srcOrd="5" destOrd="0" presId="urn:microsoft.com/office/officeart/2008/layout/HorizontalMultiLevelHierarchy"/>
    <dgm:cxn modelId="{FF78B153-3777-4E91-8376-F02B62529D85}" type="presParOf" srcId="{6DFCD98C-703A-4960-ADAA-8D48762F5597}" destId="{D61CD7B7-1480-402A-AB58-3845AE873C0A}" srcOrd="0" destOrd="0" presId="urn:microsoft.com/office/officeart/2008/layout/HorizontalMultiLevelHierarchy"/>
    <dgm:cxn modelId="{BABB11B3-2B35-436A-A4D7-747D40AF0A2F}" type="presParOf" srcId="{6DFCD98C-703A-4960-ADAA-8D48762F5597}" destId="{F5B19BD5-F496-4CD0-802B-BE7DBA779B98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A2CEEE1-5020-4FDA-A183-D6161FBECDAC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E07DCD9-DB26-4587-932E-5A7A18A37876}">
      <dgm:prSet phldrT="[Text]"/>
      <dgm:spPr>
        <a:solidFill>
          <a:schemeClr val="bg1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Fuels</a:t>
          </a:r>
        </a:p>
      </dgm:t>
    </dgm:pt>
    <dgm:pt modelId="{B394DDF6-18D4-468C-B9C8-6671D724C624}" type="parTrans" cxnId="{F98FB385-AC07-47D5-A545-5EBCB45B7805}">
      <dgm:prSet/>
      <dgm:spPr/>
      <dgm:t>
        <a:bodyPr/>
        <a:lstStyle/>
        <a:p>
          <a:endParaRPr lang="en-US"/>
        </a:p>
      </dgm:t>
    </dgm:pt>
    <dgm:pt modelId="{64E3A5FA-AB46-460C-A32F-5266548A99DD}" type="sibTrans" cxnId="{F98FB385-AC07-47D5-A545-5EBCB45B7805}">
      <dgm:prSet/>
      <dgm:spPr/>
      <dgm:t>
        <a:bodyPr/>
        <a:lstStyle/>
        <a:p>
          <a:endParaRPr lang="en-US"/>
        </a:p>
      </dgm:t>
    </dgm:pt>
    <dgm:pt modelId="{3A3E2E3D-2517-475E-B7FD-A9729A9E8957}">
      <dgm:prSet phldrT="[Text]"/>
      <dgm:spPr>
        <a:solidFill>
          <a:schemeClr val="bg1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External Combustion Engine</a:t>
          </a:r>
        </a:p>
      </dgm:t>
    </dgm:pt>
    <dgm:pt modelId="{054DB98B-4903-4376-AC3F-C53DF3DABF39}" type="parTrans" cxnId="{DC44AFC8-1040-449C-A159-DCA21BAB5C17}">
      <dgm:prSet/>
      <dgm:spPr>
        <a:ln w="57150">
          <a:solidFill>
            <a:schemeClr val="tx1"/>
          </a:solidFill>
        </a:ln>
      </dgm:spPr>
      <dgm:t>
        <a:bodyPr/>
        <a:lstStyle/>
        <a:p>
          <a:endParaRPr lang="en-US"/>
        </a:p>
      </dgm:t>
    </dgm:pt>
    <dgm:pt modelId="{6A6E2188-DCE3-4437-A16A-44CE7EC28580}" type="sibTrans" cxnId="{DC44AFC8-1040-449C-A159-DCA21BAB5C17}">
      <dgm:prSet/>
      <dgm:spPr/>
      <dgm:t>
        <a:bodyPr/>
        <a:lstStyle/>
        <a:p>
          <a:endParaRPr lang="en-US"/>
        </a:p>
      </dgm:t>
    </dgm:pt>
    <dgm:pt modelId="{301194A4-4FFE-425A-8668-570E070EBB85}">
      <dgm:prSet phldrT="[Text]"/>
      <dgm:spPr>
        <a:solidFill>
          <a:schemeClr val="bg1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Internal Combustion Engine</a:t>
          </a:r>
        </a:p>
      </dgm:t>
    </dgm:pt>
    <dgm:pt modelId="{0F785887-4209-4EED-80A3-AB6AB77D8C92}" type="parTrans" cxnId="{4839ABC6-A0D4-41B0-9244-E561DEB3D5F3}">
      <dgm:prSet/>
      <dgm:spPr>
        <a:ln w="57150">
          <a:solidFill>
            <a:schemeClr val="tx1"/>
          </a:solidFill>
        </a:ln>
      </dgm:spPr>
      <dgm:t>
        <a:bodyPr/>
        <a:lstStyle/>
        <a:p>
          <a:endParaRPr lang="en-US"/>
        </a:p>
      </dgm:t>
    </dgm:pt>
    <dgm:pt modelId="{BD56AB7E-BFA2-43E8-B285-7AF9FDBF1AF5}" type="sibTrans" cxnId="{4839ABC6-A0D4-41B0-9244-E561DEB3D5F3}">
      <dgm:prSet/>
      <dgm:spPr/>
      <dgm:t>
        <a:bodyPr/>
        <a:lstStyle/>
        <a:p>
          <a:endParaRPr lang="en-US"/>
        </a:p>
      </dgm:t>
    </dgm:pt>
    <dgm:pt modelId="{A69A57A5-2DAA-415E-8F89-848DAE4DB644}" type="pres">
      <dgm:prSet presAssocID="{FA2CEEE1-5020-4FDA-A183-D6161FBECDAC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B38230F0-616A-4E27-A939-CC27499B629E}" type="pres">
      <dgm:prSet presAssocID="{6E07DCD9-DB26-4587-932E-5A7A18A37876}" presName="root1" presStyleCnt="0"/>
      <dgm:spPr/>
    </dgm:pt>
    <dgm:pt modelId="{CBA33412-92C8-428C-A42B-41990B120A23}" type="pres">
      <dgm:prSet presAssocID="{6E07DCD9-DB26-4587-932E-5A7A18A37876}" presName="LevelOneTextNode" presStyleLbl="node0" presStyleIdx="0" presStyleCnt="1">
        <dgm:presLayoutVars>
          <dgm:chPref val="3"/>
        </dgm:presLayoutVars>
      </dgm:prSet>
      <dgm:spPr/>
    </dgm:pt>
    <dgm:pt modelId="{702F2996-8A73-4928-832A-938AF0216BD3}" type="pres">
      <dgm:prSet presAssocID="{6E07DCD9-DB26-4587-932E-5A7A18A37876}" presName="level2hierChild" presStyleCnt="0"/>
      <dgm:spPr/>
    </dgm:pt>
    <dgm:pt modelId="{B710305F-E016-4962-B82F-47C6649A7C1B}" type="pres">
      <dgm:prSet presAssocID="{054DB98B-4903-4376-AC3F-C53DF3DABF39}" presName="conn2-1" presStyleLbl="parChTrans1D2" presStyleIdx="0" presStyleCnt="2"/>
      <dgm:spPr/>
    </dgm:pt>
    <dgm:pt modelId="{194D9E0A-5162-4135-8BA1-FD8FEA8E7968}" type="pres">
      <dgm:prSet presAssocID="{054DB98B-4903-4376-AC3F-C53DF3DABF39}" presName="connTx" presStyleLbl="parChTrans1D2" presStyleIdx="0" presStyleCnt="2"/>
      <dgm:spPr/>
    </dgm:pt>
    <dgm:pt modelId="{91977F70-7912-4B04-B6F9-C0A4DB93661B}" type="pres">
      <dgm:prSet presAssocID="{3A3E2E3D-2517-475E-B7FD-A9729A9E8957}" presName="root2" presStyleCnt="0"/>
      <dgm:spPr/>
    </dgm:pt>
    <dgm:pt modelId="{8C8327D2-CCC1-4228-A706-191D2858B31D}" type="pres">
      <dgm:prSet presAssocID="{3A3E2E3D-2517-475E-B7FD-A9729A9E8957}" presName="LevelTwoTextNode" presStyleLbl="node2" presStyleIdx="0" presStyleCnt="2" custScaleX="109045">
        <dgm:presLayoutVars>
          <dgm:chPref val="3"/>
        </dgm:presLayoutVars>
      </dgm:prSet>
      <dgm:spPr/>
    </dgm:pt>
    <dgm:pt modelId="{525F32D5-6D44-4223-A344-9209029D813F}" type="pres">
      <dgm:prSet presAssocID="{3A3E2E3D-2517-475E-B7FD-A9729A9E8957}" presName="level3hierChild" presStyleCnt="0"/>
      <dgm:spPr/>
    </dgm:pt>
    <dgm:pt modelId="{26B12C09-A773-4D01-BBB6-42D531673036}" type="pres">
      <dgm:prSet presAssocID="{0F785887-4209-4EED-80A3-AB6AB77D8C92}" presName="conn2-1" presStyleLbl="parChTrans1D2" presStyleIdx="1" presStyleCnt="2"/>
      <dgm:spPr/>
    </dgm:pt>
    <dgm:pt modelId="{B094AAEA-89E2-443C-945E-CBD860021FA0}" type="pres">
      <dgm:prSet presAssocID="{0F785887-4209-4EED-80A3-AB6AB77D8C92}" presName="connTx" presStyleLbl="parChTrans1D2" presStyleIdx="1" presStyleCnt="2"/>
      <dgm:spPr/>
    </dgm:pt>
    <dgm:pt modelId="{6DFCD98C-703A-4960-ADAA-8D48762F5597}" type="pres">
      <dgm:prSet presAssocID="{301194A4-4FFE-425A-8668-570E070EBB85}" presName="root2" presStyleCnt="0"/>
      <dgm:spPr/>
    </dgm:pt>
    <dgm:pt modelId="{D61CD7B7-1480-402A-AB58-3845AE873C0A}" type="pres">
      <dgm:prSet presAssocID="{301194A4-4FFE-425A-8668-570E070EBB85}" presName="LevelTwoTextNode" presStyleLbl="node2" presStyleIdx="1" presStyleCnt="2" custScaleX="110388">
        <dgm:presLayoutVars>
          <dgm:chPref val="3"/>
        </dgm:presLayoutVars>
      </dgm:prSet>
      <dgm:spPr/>
    </dgm:pt>
    <dgm:pt modelId="{F5B19BD5-F496-4CD0-802B-BE7DBA779B98}" type="pres">
      <dgm:prSet presAssocID="{301194A4-4FFE-425A-8668-570E070EBB85}" presName="level3hierChild" presStyleCnt="0"/>
      <dgm:spPr/>
    </dgm:pt>
  </dgm:ptLst>
  <dgm:cxnLst>
    <dgm:cxn modelId="{2833CA27-B74F-4C6E-84E6-2C8896068B97}" type="presOf" srcId="{6E07DCD9-DB26-4587-932E-5A7A18A37876}" destId="{CBA33412-92C8-428C-A42B-41990B120A23}" srcOrd="0" destOrd="0" presId="urn:microsoft.com/office/officeart/2008/layout/HorizontalMultiLevelHierarchy"/>
    <dgm:cxn modelId="{76F21966-32AB-4123-A8D9-5ACD6D8BC4D5}" type="presOf" srcId="{054DB98B-4903-4376-AC3F-C53DF3DABF39}" destId="{194D9E0A-5162-4135-8BA1-FD8FEA8E7968}" srcOrd="1" destOrd="0" presId="urn:microsoft.com/office/officeart/2008/layout/HorizontalMultiLevelHierarchy"/>
    <dgm:cxn modelId="{F98FB385-AC07-47D5-A545-5EBCB45B7805}" srcId="{FA2CEEE1-5020-4FDA-A183-D6161FBECDAC}" destId="{6E07DCD9-DB26-4587-932E-5A7A18A37876}" srcOrd="0" destOrd="0" parTransId="{B394DDF6-18D4-468C-B9C8-6671D724C624}" sibTransId="{64E3A5FA-AB46-460C-A32F-5266548A99DD}"/>
    <dgm:cxn modelId="{ABB79EAB-38A7-4ED1-9B39-57F5DA14EDF9}" type="presOf" srcId="{054DB98B-4903-4376-AC3F-C53DF3DABF39}" destId="{B710305F-E016-4962-B82F-47C6649A7C1B}" srcOrd="0" destOrd="0" presId="urn:microsoft.com/office/officeart/2008/layout/HorizontalMultiLevelHierarchy"/>
    <dgm:cxn modelId="{AF0ED8B5-E3EC-4CA5-9747-77405AAF9162}" type="presOf" srcId="{301194A4-4FFE-425A-8668-570E070EBB85}" destId="{D61CD7B7-1480-402A-AB58-3845AE873C0A}" srcOrd="0" destOrd="0" presId="urn:microsoft.com/office/officeart/2008/layout/HorizontalMultiLevelHierarchy"/>
    <dgm:cxn modelId="{4839ABC6-A0D4-41B0-9244-E561DEB3D5F3}" srcId="{6E07DCD9-DB26-4587-932E-5A7A18A37876}" destId="{301194A4-4FFE-425A-8668-570E070EBB85}" srcOrd="1" destOrd="0" parTransId="{0F785887-4209-4EED-80A3-AB6AB77D8C92}" sibTransId="{BD56AB7E-BFA2-43E8-B285-7AF9FDBF1AF5}"/>
    <dgm:cxn modelId="{DC44AFC8-1040-449C-A159-DCA21BAB5C17}" srcId="{6E07DCD9-DB26-4587-932E-5A7A18A37876}" destId="{3A3E2E3D-2517-475E-B7FD-A9729A9E8957}" srcOrd="0" destOrd="0" parTransId="{054DB98B-4903-4376-AC3F-C53DF3DABF39}" sibTransId="{6A6E2188-DCE3-4437-A16A-44CE7EC28580}"/>
    <dgm:cxn modelId="{9B6ADDD0-A870-462D-8685-0AB8491080BA}" type="presOf" srcId="{0F785887-4209-4EED-80A3-AB6AB77D8C92}" destId="{26B12C09-A773-4D01-BBB6-42D531673036}" srcOrd="0" destOrd="0" presId="urn:microsoft.com/office/officeart/2008/layout/HorizontalMultiLevelHierarchy"/>
    <dgm:cxn modelId="{8B210DDC-70F3-49A1-8EF0-3C6DD1C399DF}" type="presOf" srcId="{0F785887-4209-4EED-80A3-AB6AB77D8C92}" destId="{B094AAEA-89E2-443C-945E-CBD860021FA0}" srcOrd="1" destOrd="0" presId="urn:microsoft.com/office/officeart/2008/layout/HorizontalMultiLevelHierarchy"/>
    <dgm:cxn modelId="{4A2C58E9-4FF6-4D98-A686-49BCFE5DC64F}" type="presOf" srcId="{3A3E2E3D-2517-475E-B7FD-A9729A9E8957}" destId="{8C8327D2-CCC1-4228-A706-191D2858B31D}" srcOrd="0" destOrd="0" presId="urn:microsoft.com/office/officeart/2008/layout/HorizontalMultiLevelHierarchy"/>
    <dgm:cxn modelId="{1B8F97FB-C399-43EB-AD43-7A4D1D08F4B8}" type="presOf" srcId="{FA2CEEE1-5020-4FDA-A183-D6161FBECDAC}" destId="{A69A57A5-2DAA-415E-8F89-848DAE4DB644}" srcOrd="0" destOrd="0" presId="urn:microsoft.com/office/officeart/2008/layout/HorizontalMultiLevelHierarchy"/>
    <dgm:cxn modelId="{EBBDAB38-F1A1-48E9-AC5F-0CD9750B2143}" type="presParOf" srcId="{A69A57A5-2DAA-415E-8F89-848DAE4DB644}" destId="{B38230F0-616A-4E27-A939-CC27499B629E}" srcOrd="0" destOrd="0" presId="urn:microsoft.com/office/officeart/2008/layout/HorizontalMultiLevelHierarchy"/>
    <dgm:cxn modelId="{F3C6D8BD-39B6-490B-8461-631369630607}" type="presParOf" srcId="{B38230F0-616A-4E27-A939-CC27499B629E}" destId="{CBA33412-92C8-428C-A42B-41990B120A23}" srcOrd="0" destOrd="0" presId="urn:microsoft.com/office/officeart/2008/layout/HorizontalMultiLevelHierarchy"/>
    <dgm:cxn modelId="{1F8B64F2-C306-4AB6-82EA-16DCBE3BCA23}" type="presParOf" srcId="{B38230F0-616A-4E27-A939-CC27499B629E}" destId="{702F2996-8A73-4928-832A-938AF0216BD3}" srcOrd="1" destOrd="0" presId="urn:microsoft.com/office/officeart/2008/layout/HorizontalMultiLevelHierarchy"/>
    <dgm:cxn modelId="{AC26DB5A-4EA3-4D39-90FA-9ACD2393F619}" type="presParOf" srcId="{702F2996-8A73-4928-832A-938AF0216BD3}" destId="{B710305F-E016-4962-B82F-47C6649A7C1B}" srcOrd="0" destOrd="0" presId="urn:microsoft.com/office/officeart/2008/layout/HorizontalMultiLevelHierarchy"/>
    <dgm:cxn modelId="{4C371CE2-A070-4AFA-A815-7340392DCCE2}" type="presParOf" srcId="{B710305F-E016-4962-B82F-47C6649A7C1B}" destId="{194D9E0A-5162-4135-8BA1-FD8FEA8E7968}" srcOrd="0" destOrd="0" presId="urn:microsoft.com/office/officeart/2008/layout/HorizontalMultiLevelHierarchy"/>
    <dgm:cxn modelId="{C3593C59-5480-4E09-8E32-9795F27D72DD}" type="presParOf" srcId="{702F2996-8A73-4928-832A-938AF0216BD3}" destId="{91977F70-7912-4B04-B6F9-C0A4DB93661B}" srcOrd="1" destOrd="0" presId="urn:microsoft.com/office/officeart/2008/layout/HorizontalMultiLevelHierarchy"/>
    <dgm:cxn modelId="{EFC4B410-2F12-4D43-8F54-CCE90BBCCA11}" type="presParOf" srcId="{91977F70-7912-4B04-B6F9-C0A4DB93661B}" destId="{8C8327D2-CCC1-4228-A706-191D2858B31D}" srcOrd="0" destOrd="0" presId="urn:microsoft.com/office/officeart/2008/layout/HorizontalMultiLevelHierarchy"/>
    <dgm:cxn modelId="{2CA67F9E-8A43-43CF-8546-29E60D5CF1CB}" type="presParOf" srcId="{91977F70-7912-4B04-B6F9-C0A4DB93661B}" destId="{525F32D5-6D44-4223-A344-9209029D813F}" srcOrd="1" destOrd="0" presId="urn:microsoft.com/office/officeart/2008/layout/HorizontalMultiLevelHierarchy"/>
    <dgm:cxn modelId="{EA76562A-FDC1-49B7-8584-87E0ED748457}" type="presParOf" srcId="{702F2996-8A73-4928-832A-938AF0216BD3}" destId="{26B12C09-A773-4D01-BBB6-42D531673036}" srcOrd="2" destOrd="0" presId="urn:microsoft.com/office/officeart/2008/layout/HorizontalMultiLevelHierarchy"/>
    <dgm:cxn modelId="{40130C48-AF5B-49B3-BB4C-1DED6B48965D}" type="presParOf" srcId="{26B12C09-A773-4D01-BBB6-42D531673036}" destId="{B094AAEA-89E2-443C-945E-CBD860021FA0}" srcOrd="0" destOrd="0" presId="urn:microsoft.com/office/officeart/2008/layout/HorizontalMultiLevelHierarchy"/>
    <dgm:cxn modelId="{67E4CBDE-8C10-4DF6-9845-509366695740}" type="presParOf" srcId="{702F2996-8A73-4928-832A-938AF0216BD3}" destId="{6DFCD98C-703A-4960-ADAA-8D48762F5597}" srcOrd="3" destOrd="0" presId="urn:microsoft.com/office/officeart/2008/layout/HorizontalMultiLevelHierarchy"/>
    <dgm:cxn modelId="{FF78B153-3777-4E91-8376-F02B62529D85}" type="presParOf" srcId="{6DFCD98C-703A-4960-ADAA-8D48762F5597}" destId="{D61CD7B7-1480-402A-AB58-3845AE873C0A}" srcOrd="0" destOrd="0" presId="urn:microsoft.com/office/officeart/2008/layout/HorizontalMultiLevelHierarchy"/>
    <dgm:cxn modelId="{BABB11B3-2B35-436A-A4D7-747D40AF0A2F}" type="presParOf" srcId="{6DFCD98C-703A-4960-ADAA-8D48762F5597}" destId="{F5B19BD5-F496-4CD0-802B-BE7DBA779B98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A2CEEE1-5020-4FDA-A183-D6161FBECDAC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E07DCD9-DB26-4587-932E-5A7A18A37876}">
      <dgm:prSet phldrT="[Text]"/>
      <dgm:spPr>
        <a:solidFill>
          <a:schemeClr val="bg1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External Combustion Engine</a:t>
          </a:r>
        </a:p>
      </dgm:t>
    </dgm:pt>
    <dgm:pt modelId="{B394DDF6-18D4-468C-B9C8-6671D724C624}" type="parTrans" cxnId="{F98FB385-AC07-47D5-A545-5EBCB45B7805}">
      <dgm:prSet/>
      <dgm:spPr/>
      <dgm:t>
        <a:bodyPr/>
        <a:lstStyle/>
        <a:p>
          <a:endParaRPr lang="en-US"/>
        </a:p>
      </dgm:t>
    </dgm:pt>
    <dgm:pt modelId="{64E3A5FA-AB46-460C-A32F-5266548A99DD}" type="sibTrans" cxnId="{F98FB385-AC07-47D5-A545-5EBCB45B7805}">
      <dgm:prSet/>
      <dgm:spPr/>
      <dgm:t>
        <a:bodyPr/>
        <a:lstStyle/>
        <a:p>
          <a:endParaRPr lang="en-US"/>
        </a:p>
      </dgm:t>
    </dgm:pt>
    <dgm:pt modelId="{3A3E2E3D-2517-475E-B7FD-A9729A9E8957}">
      <dgm:prSet phldrT="[Text]"/>
      <dgm:spPr>
        <a:solidFill>
          <a:schemeClr val="bg1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Steam Engine</a:t>
          </a:r>
        </a:p>
        <a:p>
          <a:r>
            <a:rPr lang="en-US" dirty="0">
              <a:solidFill>
                <a:schemeClr val="tx1"/>
              </a:solidFill>
            </a:rPr>
            <a:t>(Reciprocating)</a:t>
          </a:r>
        </a:p>
      </dgm:t>
    </dgm:pt>
    <dgm:pt modelId="{054DB98B-4903-4376-AC3F-C53DF3DABF39}" type="parTrans" cxnId="{DC44AFC8-1040-449C-A159-DCA21BAB5C17}">
      <dgm:prSet/>
      <dgm:spPr>
        <a:ln w="57150">
          <a:solidFill>
            <a:schemeClr val="tx1"/>
          </a:solidFill>
        </a:ln>
      </dgm:spPr>
      <dgm:t>
        <a:bodyPr/>
        <a:lstStyle/>
        <a:p>
          <a:endParaRPr lang="en-US"/>
        </a:p>
      </dgm:t>
    </dgm:pt>
    <dgm:pt modelId="{6A6E2188-DCE3-4437-A16A-44CE7EC28580}" type="sibTrans" cxnId="{DC44AFC8-1040-449C-A159-DCA21BAB5C17}">
      <dgm:prSet/>
      <dgm:spPr/>
      <dgm:t>
        <a:bodyPr/>
        <a:lstStyle/>
        <a:p>
          <a:endParaRPr lang="en-US"/>
        </a:p>
      </dgm:t>
    </dgm:pt>
    <dgm:pt modelId="{820ED989-E469-466A-AF93-F1A5186BEB59}">
      <dgm:prSet phldrT="[Text]"/>
      <dgm:spPr>
        <a:solidFill>
          <a:schemeClr val="bg1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Steam Turbine</a:t>
          </a:r>
        </a:p>
        <a:p>
          <a:r>
            <a:rPr lang="en-US" dirty="0">
              <a:solidFill>
                <a:schemeClr val="tx1"/>
              </a:solidFill>
            </a:rPr>
            <a:t>(Rotary)</a:t>
          </a:r>
        </a:p>
      </dgm:t>
    </dgm:pt>
    <dgm:pt modelId="{94DD9204-D136-4726-ABC4-9BC0470E40AE}" type="parTrans" cxnId="{8DC90F75-F024-4C8E-98CE-2C9E79C137A6}">
      <dgm:prSet/>
      <dgm:spPr>
        <a:ln w="57150">
          <a:solidFill>
            <a:schemeClr val="tx1"/>
          </a:solidFill>
        </a:ln>
      </dgm:spPr>
      <dgm:t>
        <a:bodyPr/>
        <a:lstStyle/>
        <a:p>
          <a:endParaRPr lang="en-US"/>
        </a:p>
      </dgm:t>
    </dgm:pt>
    <dgm:pt modelId="{45B9DE55-74B3-4271-8B5F-F86A74B9DA36}" type="sibTrans" cxnId="{8DC90F75-F024-4C8E-98CE-2C9E79C137A6}">
      <dgm:prSet/>
      <dgm:spPr/>
      <dgm:t>
        <a:bodyPr/>
        <a:lstStyle/>
        <a:p>
          <a:endParaRPr lang="en-US"/>
        </a:p>
      </dgm:t>
    </dgm:pt>
    <dgm:pt modelId="{301194A4-4FFE-425A-8668-570E070EBB85}">
      <dgm:prSet phldrT="[Text]"/>
      <dgm:spPr>
        <a:solidFill>
          <a:schemeClr val="bg1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Closed Cycle Gas Turbine</a:t>
          </a:r>
        </a:p>
        <a:p>
          <a:r>
            <a:rPr lang="en-US" dirty="0">
              <a:solidFill>
                <a:schemeClr val="tx1"/>
              </a:solidFill>
            </a:rPr>
            <a:t>(Rotary)</a:t>
          </a:r>
        </a:p>
      </dgm:t>
    </dgm:pt>
    <dgm:pt modelId="{0F785887-4209-4EED-80A3-AB6AB77D8C92}" type="parTrans" cxnId="{4839ABC6-A0D4-41B0-9244-E561DEB3D5F3}">
      <dgm:prSet/>
      <dgm:spPr>
        <a:ln w="57150">
          <a:solidFill>
            <a:schemeClr val="tx1"/>
          </a:solidFill>
        </a:ln>
      </dgm:spPr>
      <dgm:t>
        <a:bodyPr/>
        <a:lstStyle/>
        <a:p>
          <a:endParaRPr lang="en-US"/>
        </a:p>
      </dgm:t>
    </dgm:pt>
    <dgm:pt modelId="{BD56AB7E-BFA2-43E8-B285-7AF9FDBF1AF5}" type="sibTrans" cxnId="{4839ABC6-A0D4-41B0-9244-E561DEB3D5F3}">
      <dgm:prSet/>
      <dgm:spPr/>
      <dgm:t>
        <a:bodyPr/>
        <a:lstStyle/>
        <a:p>
          <a:endParaRPr lang="en-US"/>
        </a:p>
      </dgm:t>
    </dgm:pt>
    <dgm:pt modelId="{A69A57A5-2DAA-415E-8F89-848DAE4DB644}" type="pres">
      <dgm:prSet presAssocID="{FA2CEEE1-5020-4FDA-A183-D6161FBECDAC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B38230F0-616A-4E27-A939-CC27499B629E}" type="pres">
      <dgm:prSet presAssocID="{6E07DCD9-DB26-4587-932E-5A7A18A37876}" presName="root1" presStyleCnt="0"/>
      <dgm:spPr/>
    </dgm:pt>
    <dgm:pt modelId="{CBA33412-92C8-428C-A42B-41990B120A23}" type="pres">
      <dgm:prSet presAssocID="{6E07DCD9-DB26-4587-932E-5A7A18A37876}" presName="LevelOneTextNode" presStyleLbl="node0" presStyleIdx="0" presStyleCnt="1" custScaleY="80744">
        <dgm:presLayoutVars>
          <dgm:chPref val="3"/>
        </dgm:presLayoutVars>
      </dgm:prSet>
      <dgm:spPr/>
    </dgm:pt>
    <dgm:pt modelId="{702F2996-8A73-4928-832A-938AF0216BD3}" type="pres">
      <dgm:prSet presAssocID="{6E07DCD9-DB26-4587-932E-5A7A18A37876}" presName="level2hierChild" presStyleCnt="0"/>
      <dgm:spPr/>
    </dgm:pt>
    <dgm:pt modelId="{B710305F-E016-4962-B82F-47C6649A7C1B}" type="pres">
      <dgm:prSet presAssocID="{054DB98B-4903-4376-AC3F-C53DF3DABF39}" presName="conn2-1" presStyleLbl="parChTrans1D2" presStyleIdx="0" presStyleCnt="3"/>
      <dgm:spPr/>
    </dgm:pt>
    <dgm:pt modelId="{194D9E0A-5162-4135-8BA1-FD8FEA8E7968}" type="pres">
      <dgm:prSet presAssocID="{054DB98B-4903-4376-AC3F-C53DF3DABF39}" presName="connTx" presStyleLbl="parChTrans1D2" presStyleIdx="0" presStyleCnt="3"/>
      <dgm:spPr/>
    </dgm:pt>
    <dgm:pt modelId="{91977F70-7912-4B04-B6F9-C0A4DB93661B}" type="pres">
      <dgm:prSet presAssocID="{3A3E2E3D-2517-475E-B7FD-A9729A9E8957}" presName="root2" presStyleCnt="0"/>
      <dgm:spPr/>
    </dgm:pt>
    <dgm:pt modelId="{8C8327D2-CCC1-4228-A706-191D2858B31D}" type="pres">
      <dgm:prSet presAssocID="{3A3E2E3D-2517-475E-B7FD-A9729A9E8957}" presName="LevelTwoTextNode" presStyleLbl="node2" presStyleIdx="0" presStyleCnt="3">
        <dgm:presLayoutVars>
          <dgm:chPref val="3"/>
        </dgm:presLayoutVars>
      </dgm:prSet>
      <dgm:spPr/>
    </dgm:pt>
    <dgm:pt modelId="{525F32D5-6D44-4223-A344-9209029D813F}" type="pres">
      <dgm:prSet presAssocID="{3A3E2E3D-2517-475E-B7FD-A9729A9E8957}" presName="level3hierChild" presStyleCnt="0"/>
      <dgm:spPr/>
    </dgm:pt>
    <dgm:pt modelId="{C748C5B6-28DC-480E-835C-176AA7DD30BB}" type="pres">
      <dgm:prSet presAssocID="{94DD9204-D136-4726-ABC4-9BC0470E40AE}" presName="conn2-1" presStyleLbl="parChTrans1D2" presStyleIdx="1" presStyleCnt="3"/>
      <dgm:spPr/>
    </dgm:pt>
    <dgm:pt modelId="{F65043E2-3EAB-467D-B49E-8EB3DAA22FA5}" type="pres">
      <dgm:prSet presAssocID="{94DD9204-D136-4726-ABC4-9BC0470E40AE}" presName="connTx" presStyleLbl="parChTrans1D2" presStyleIdx="1" presStyleCnt="3"/>
      <dgm:spPr/>
    </dgm:pt>
    <dgm:pt modelId="{640CDDF7-4FC3-46EA-9DE3-596DEDC0E37A}" type="pres">
      <dgm:prSet presAssocID="{820ED989-E469-466A-AF93-F1A5186BEB59}" presName="root2" presStyleCnt="0"/>
      <dgm:spPr/>
    </dgm:pt>
    <dgm:pt modelId="{EDAAD925-63B0-4E37-8249-42174ED62577}" type="pres">
      <dgm:prSet presAssocID="{820ED989-E469-466A-AF93-F1A5186BEB59}" presName="LevelTwoTextNode" presStyleLbl="node2" presStyleIdx="1" presStyleCnt="3">
        <dgm:presLayoutVars>
          <dgm:chPref val="3"/>
        </dgm:presLayoutVars>
      </dgm:prSet>
      <dgm:spPr/>
    </dgm:pt>
    <dgm:pt modelId="{6763118D-A536-42D1-AC38-58E52970639F}" type="pres">
      <dgm:prSet presAssocID="{820ED989-E469-466A-AF93-F1A5186BEB59}" presName="level3hierChild" presStyleCnt="0"/>
      <dgm:spPr/>
    </dgm:pt>
    <dgm:pt modelId="{26B12C09-A773-4D01-BBB6-42D531673036}" type="pres">
      <dgm:prSet presAssocID="{0F785887-4209-4EED-80A3-AB6AB77D8C92}" presName="conn2-1" presStyleLbl="parChTrans1D2" presStyleIdx="2" presStyleCnt="3"/>
      <dgm:spPr/>
    </dgm:pt>
    <dgm:pt modelId="{B094AAEA-89E2-443C-945E-CBD860021FA0}" type="pres">
      <dgm:prSet presAssocID="{0F785887-4209-4EED-80A3-AB6AB77D8C92}" presName="connTx" presStyleLbl="parChTrans1D2" presStyleIdx="2" presStyleCnt="3"/>
      <dgm:spPr/>
    </dgm:pt>
    <dgm:pt modelId="{6DFCD98C-703A-4960-ADAA-8D48762F5597}" type="pres">
      <dgm:prSet presAssocID="{301194A4-4FFE-425A-8668-570E070EBB85}" presName="root2" presStyleCnt="0"/>
      <dgm:spPr/>
    </dgm:pt>
    <dgm:pt modelId="{D61CD7B7-1480-402A-AB58-3845AE873C0A}" type="pres">
      <dgm:prSet presAssocID="{301194A4-4FFE-425A-8668-570E070EBB85}" presName="LevelTwoTextNode" presStyleLbl="node2" presStyleIdx="2" presStyleCnt="3">
        <dgm:presLayoutVars>
          <dgm:chPref val="3"/>
        </dgm:presLayoutVars>
      </dgm:prSet>
      <dgm:spPr/>
    </dgm:pt>
    <dgm:pt modelId="{F5B19BD5-F496-4CD0-802B-BE7DBA779B98}" type="pres">
      <dgm:prSet presAssocID="{301194A4-4FFE-425A-8668-570E070EBB85}" presName="level3hierChild" presStyleCnt="0"/>
      <dgm:spPr/>
    </dgm:pt>
  </dgm:ptLst>
  <dgm:cxnLst>
    <dgm:cxn modelId="{2833CA27-B74F-4C6E-84E6-2C8896068B97}" type="presOf" srcId="{6E07DCD9-DB26-4587-932E-5A7A18A37876}" destId="{CBA33412-92C8-428C-A42B-41990B120A23}" srcOrd="0" destOrd="0" presId="urn:microsoft.com/office/officeart/2008/layout/HorizontalMultiLevelHierarchy"/>
    <dgm:cxn modelId="{76F21966-32AB-4123-A8D9-5ACD6D8BC4D5}" type="presOf" srcId="{054DB98B-4903-4376-AC3F-C53DF3DABF39}" destId="{194D9E0A-5162-4135-8BA1-FD8FEA8E7968}" srcOrd="1" destOrd="0" presId="urn:microsoft.com/office/officeart/2008/layout/HorizontalMultiLevelHierarchy"/>
    <dgm:cxn modelId="{8DC90F75-F024-4C8E-98CE-2C9E79C137A6}" srcId="{6E07DCD9-DB26-4587-932E-5A7A18A37876}" destId="{820ED989-E469-466A-AF93-F1A5186BEB59}" srcOrd="1" destOrd="0" parTransId="{94DD9204-D136-4726-ABC4-9BC0470E40AE}" sibTransId="{45B9DE55-74B3-4271-8B5F-F86A74B9DA36}"/>
    <dgm:cxn modelId="{F98FB385-AC07-47D5-A545-5EBCB45B7805}" srcId="{FA2CEEE1-5020-4FDA-A183-D6161FBECDAC}" destId="{6E07DCD9-DB26-4587-932E-5A7A18A37876}" srcOrd="0" destOrd="0" parTransId="{B394DDF6-18D4-468C-B9C8-6671D724C624}" sibTransId="{64E3A5FA-AB46-460C-A32F-5266548A99DD}"/>
    <dgm:cxn modelId="{E6CD5795-62F3-449B-AB7D-BEF93CF1EA6A}" type="presOf" srcId="{94DD9204-D136-4726-ABC4-9BC0470E40AE}" destId="{C748C5B6-28DC-480E-835C-176AA7DD30BB}" srcOrd="0" destOrd="0" presId="urn:microsoft.com/office/officeart/2008/layout/HorizontalMultiLevelHierarchy"/>
    <dgm:cxn modelId="{B907D395-6102-4E8F-AD74-CE86CA1DE953}" type="presOf" srcId="{820ED989-E469-466A-AF93-F1A5186BEB59}" destId="{EDAAD925-63B0-4E37-8249-42174ED62577}" srcOrd="0" destOrd="0" presId="urn:microsoft.com/office/officeart/2008/layout/HorizontalMultiLevelHierarchy"/>
    <dgm:cxn modelId="{ABB79EAB-38A7-4ED1-9B39-57F5DA14EDF9}" type="presOf" srcId="{054DB98B-4903-4376-AC3F-C53DF3DABF39}" destId="{B710305F-E016-4962-B82F-47C6649A7C1B}" srcOrd="0" destOrd="0" presId="urn:microsoft.com/office/officeart/2008/layout/HorizontalMultiLevelHierarchy"/>
    <dgm:cxn modelId="{AF0ED8B5-E3EC-4CA5-9747-77405AAF9162}" type="presOf" srcId="{301194A4-4FFE-425A-8668-570E070EBB85}" destId="{D61CD7B7-1480-402A-AB58-3845AE873C0A}" srcOrd="0" destOrd="0" presId="urn:microsoft.com/office/officeart/2008/layout/HorizontalMultiLevelHierarchy"/>
    <dgm:cxn modelId="{076C59C4-E133-4CA9-9425-ED055F7B5B20}" type="presOf" srcId="{94DD9204-D136-4726-ABC4-9BC0470E40AE}" destId="{F65043E2-3EAB-467D-B49E-8EB3DAA22FA5}" srcOrd="1" destOrd="0" presId="urn:microsoft.com/office/officeart/2008/layout/HorizontalMultiLevelHierarchy"/>
    <dgm:cxn modelId="{4839ABC6-A0D4-41B0-9244-E561DEB3D5F3}" srcId="{6E07DCD9-DB26-4587-932E-5A7A18A37876}" destId="{301194A4-4FFE-425A-8668-570E070EBB85}" srcOrd="2" destOrd="0" parTransId="{0F785887-4209-4EED-80A3-AB6AB77D8C92}" sibTransId="{BD56AB7E-BFA2-43E8-B285-7AF9FDBF1AF5}"/>
    <dgm:cxn modelId="{DC44AFC8-1040-449C-A159-DCA21BAB5C17}" srcId="{6E07DCD9-DB26-4587-932E-5A7A18A37876}" destId="{3A3E2E3D-2517-475E-B7FD-A9729A9E8957}" srcOrd="0" destOrd="0" parTransId="{054DB98B-4903-4376-AC3F-C53DF3DABF39}" sibTransId="{6A6E2188-DCE3-4437-A16A-44CE7EC28580}"/>
    <dgm:cxn modelId="{9B6ADDD0-A870-462D-8685-0AB8491080BA}" type="presOf" srcId="{0F785887-4209-4EED-80A3-AB6AB77D8C92}" destId="{26B12C09-A773-4D01-BBB6-42D531673036}" srcOrd="0" destOrd="0" presId="urn:microsoft.com/office/officeart/2008/layout/HorizontalMultiLevelHierarchy"/>
    <dgm:cxn modelId="{8B210DDC-70F3-49A1-8EF0-3C6DD1C399DF}" type="presOf" srcId="{0F785887-4209-4EED-80A3-AB6AB77D8C92}" destId="{B094AAEA-89E2-443C-945E-CBD860021FA0}" srcOrd="1" destOrd="0" presId="urn:microsoft.com/office/officeart/2008/layout/HorizontalMultiLevelHierarchy"/>
    <dgm:cxn modelId="{4A2C58E9-4FF6-4D98-A686-49BCFE5DC64F}" type="presOf" srcId="{3A3E2E3D-2517-475E-B7FD-A9729A9E8957}" destId="{8C8327D2-CCC1-4228-A706-191D2858B31D}" srcOrd="0" destOrd="0" presId="urn:microsoft.com/office/officeart/2008/layout/HorizontalMultiLevelHierarchy"/>
    <dgm:cxn modelId="{1B8F97FB-C399-43EB-AD43-7A4D1D08F4B8}" type="presOf" srcId="{FA2CEEE1-5020-4FDA-A183-D6161FBECDAC}" destId="{A69A57A5-2DAA-415E-8F89-848DAE4DB644}" srcOrd="0" destOrd="0" presId="urn:microsoft.com/office/officeart/2008/layout/HorizontalMultiLevelHierarchy"/>
    <dgm:cxn modelId="{EBBDAB38-F1A1-48E9-AC5F-0CD9750B2143}" type="presParOf" srcId="{A69A57A5-2DAA-415E-8F89-848DAE4DB644}" destId="{B38230F0-616A-4E27-A939-CC27499B629E}" srcOrd="0" destOrd="0" presId="urn:microsoft.com/office/officeart/2008/layout/HorizontalMultiLevelHierarchy"/>
    <dgm:cxn modelId="{F3C6D8BD-39B6-490B-8461-631369630607}" type="presParOf" srcId="{B38230F0-616A-4E27-A939-CC27499B629E}" destId="{CBA33412-92C8-428C-A42B-41990B120A23}" srcOrd="0" destOrd="0" presId="urn:microsoft.com/office/officeart/2008/layout/HorizontalMultiLevelHierarchy"/>
    <dgm:cxn modelId="{1F8B64F2-C306-4AB6-82EA-16DCBE3BCA23}" type="presParOf" srcId="{B38230F0-616A-4E27-A939-CC27499B629E}" destId="{702F2996-8A73-4928-832A-938AF0216BD3}" srcOrd="1" destOrd="0" presId="urn:microsoft.com/office/officeart/2008/layout/HorizontalMultiLevelHierarchy"/>
    <dgm:cxn modelId="{AC26DB5A-4EA3-4D39-90FA-9ACD2393F619}" type="presParOf" srcId="{702F2996-8A73-4928-832A-938AF0216BD3}" destId="{B710305F-E016-4962-B82F-47C6649A7C1B}" srcOrd="0" destOrd="0" presId="urn:microsoft.com/office/officeart/2008/layout/HorizontalMultiLevelHierarchy"/>
    <dgm:cxn modelId="{4C371CE2-A070-4AFA-A815-7340392DCCE2}" type="presParOf" srcId="{B710305F-E016-4962-B82F-47C6649A7C1B}" destId="{194D9E0A-5162-4135-8BA1-FD8FEA8E7968}" srcOrd="0" destOrd="0" presId="urn:microsoft.com/office/officeart/2008/layout/HorizontalMultiLevelHierarchy"/>
    <dgm:cxn modelId="{C3593C59-5480-4E09-8E32-9795F27D72DD}" type="presParOf" srcId="{702F2996-8A73-4928-832A-938AF0216BD3}" destId="{91977F70-7912-4B04-B6F9-C0A4DB93661B}" srcOrd="1" destOrd="0" presId="urn:microsoft.com/office/officeart/2008/layout/HorizontalMultiLevelHierarchy"/>
    <dgm:cxn modelId="{EFC4B410-2F12-4D43-8F54-CCE90BBCCA11}" type="presParOf" srcId="{91977F70-7912-4B04-B6F9-C0A4DB93661B}" destId="{8C8327D2-CCC1-4228-A706-191D2858B31D}" srcOrd="0" destOrd="0" presId="urn:microsoft.com/office/officeart/2008/layout/HorizontalMultiLevelHierarchy"/>
    <dgm:cxn modelId="{2CA67F9E-8A43-43CF-8546-29E60D5CF1CB}" type="presParOf" srcId="{91977F70-7912-4B04-B6F9-C0A4DB93661B}" destId="{525F32D5-6D44-4223-A344-9209029D813F}" srcOrd="1" destOrd="0" presId="urn:microsoft.com/office/officeart/2008/layout/HorizontalMultiLevelHierarchy"/>
    <dgm:cxn modelId="{8BFACD14-22E1-4C99-98B6-B412D722ED89}" type="presParOf" srcId="{702F2996-8A73-4928-832A-938AF0216BD3}" destId="{C748C5B6-28DC-480E-835C-176AA7DD30BB}" srcOrd="2" destOrd="0" presId="urn:microsoft.com/office/officeart/2008/layout/HorizontalMultiLevelHierarchy"/>
    <dgm:cxn modelId="{41966523-DF13-4646-BE42-99028D3C43FC}" type="presParOf" srcId="{C748C5B6-28DC-480E-835C-176AA7DD30BB}" destId="{F65043E2-3EAB-467D-B49E-8EB3DAA22FA5}" srcOrd="0" destOrd="0" presId="urn:microsoft.com/office/officeart/2008/layout/HorizontalMultiLevelHierarchy"/>
    <dgm:cxn modelId="{14D87A10-6378-403F-8C61-C188CAE366F4}" type="presParOf" srcId="{702F2996-8A73-4928-832A-938AF0216BD3}" destId="{640CDDF7-4FC3-46EA-9DE3-596DEDC0E37A}" srcOrd="3" destOrd="0" presId="urn:microsoft.com/office/officeart/2008/layout/HorizontalMultiLevelHierarchy"/>
    <dgm:cxn modelId="{DB058EEB-F0AD-4383-A9F8-450A2BC82678}" type="presParOf" srcId="{640CDDF7-4FC3-46EA-9DE3-596DEDC0E37A}" destId="{EDAAD925-63B0-4E37-8249-42174ED62577}" srcOrd="0" destOrd="0" presId="urn:microsoft.com/office/officeart/2008/layout/HorizontalMultiLevelHierarchy"/>
    <dgm:cxn modelId="{18A75D07-57BF-4FEA-BFE7-3F231E7B66C4}" type="presParOf" srcId="{640CDDF7-4FC3-46EA-9DE3-596DEDC0E37A}" destId="{6763118D-A536-42D1-AC38-58E52970639F}" srcOrd="1" destOrd="0" presId="urn:microsoft.com/office/officeart/2008/layout/HorizontalMultiLevelHierarchy"/>
    <dgm:cxn modelId="{EA76562A-FDC1-49B7-8584-87E0ED748457}" type="presParOf" srcId="{702F2996-8A73-4928-832A-938AF0216BD3}" destId="{26B12C09-A773-4D01-BBB6-42D531673036}" srcOrd="4" destOrd="0" presId="urn:microsoft.com/office/officeart/2008/layout/HorizontalMultiLevelHierarchy"/>
    <dgm:cxn modelId="{40130C48-AF5B-49B3-BB4C-1DED6B48965D}" type="presParOf" srcId="{26B12C09-A773-4D01-BBB6-42D531673036}" destId="{B094AAEA-89E2-443C-945E-CBD860021FA0}" srcOrd="0" destOrd="0" presId="urn:microsoft.com/office/officeart/2008/layout/HorizontalMultiLevelHierarchy"/>
    <dgm:cxn modelId="{67E4CBDE-8C10-4DF6-9845-509366695740}" type="presParOf" srcId="{702F2996-8A73-4928-832A-938AF0216BD3}" destId="{6DFCD98C-703A-4960-ADAA-8D48762F5597}" srcOrd="5" destOrd="0" presId="urn:microsoft.com/office/officeart/2008/layout/HorizontalMultiLevelHierarchy"/>
    <dgm:cxn modelId="{FF78B153-3777-4E91-8376-F02B62529D85}" type="presParOf" srcId="{6DFCD98C-703A-4960-ADAA-8D48762F5597}" destId="{D61CD7B7-1480-402A-AB58-3845AE873C0A}" srcOrd="0" destOrd="0" presId="urn:microsoft.com/office/officeart/2008/layout/HorizontalMultiLevelHierarchy"/>
    <dgm:cxn modelId="{BABB11B3-2B35-436A-A4D7-747D40AF0A2F}" type="presParOf" srcId="{6DFCD98C-703A-4960-ADAA-8D48762F5597}" destId="{F5B19BD5-F496-4CD0-802B-BE7DBA779B98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A2CEEE1-5020-4FDA-A183-D6161FBECDAC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E07DCD9-DB26-4587-932E-5A7A18A37876}">
      <dgm:prSet phldrT="[Text]"/>
      <dgm:spPr>
        <a:solidFill>
          <a:schemeClr val="bg1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Internal Combustion Engines</a:t>
          </a:r>
        </a:p>
      </dgm:t>
    </dgm:pt>
    <dgm:pt modelId="{B394DDF6-18D4-468C-B9C8-6671D724C624}" type="parTrans" cxnId="{F98FB385-AC07-47D5-A545-5EBCB45B7805}">
      <dgm:prSet/>
      <dgm:spPr/>
      <dgm:t>
        <a:bodyPr/>
        <a:lstStyle/>
        <a:p>
          <a:endParaRPr lang="en-US"/>
        </a:p>
      </dgm:t>
    </dgm:pt>
    <dgm:pt modelId="{64E3A5FA-AB46-460C-A32F-5266548A99DD}" type="sibTrans" cxnId="{F98FB385-AC07-47D5-A545-5EBCB45B7805}">
      <dgm:prSet/>
      <dgm:spPr/>
      <dgm:t>
        <a:bodyPr/>
        <a:lstStyle/>
        <a:p>
          <a:endParaRPr lang="en-US"/>
        </a:p>
      </dgm:t>
    </dgm:pt>
    <dgm:pt modelId="{3A3E2E3D-2517-475E-B7FD-A9729A9E8957}">
      <dgm:prSet phldrT="[Text]"/>
      <dgm:spPr>
        <a:solidFill>
          <a:schemeClr val="bg1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I. C. Engines</a:t>
          </a:r>
        </a:p>
        <a:p>
          <a:r>
            <a:rPr lang="en-US" dirty="0">
              <a:solidFill>
                <a:schemeClr val="tx1"/>
              </a:solidFill>
            </a:rPr>
            <a:t>(Reciprocating)</a:t>
          </a:r>
        </a:p>
      </dgm:t>
    </dgm:pt>
    <dgm:pt modelId="{054DB98B-4903-4376-AC3F-C53DF3DABF39}" type="parTrans" cxnId="{DC44AFC8-1040-449C-A159-DCA21BAB5C17}">
      <dgm:prSet/>
      <dgm:spPr>
        <a:ln w="57150">
          <a:solidFill>
            <a:schemeClr val="tx1"/>
          </a:solidFill>
        </a:ln>
      </dgm:spPr>
      <dgm:t>
        <a:bodyPr/>
        <a:lstStyle/>
        <a:p>
          <a:endParaRPr lang="en-US"/>
        </a:p>
      </dgm:t>
    </dgm:pt>
    <dgm:pt modelId="{6A6E2188-DCE3-4437-A16A-44CE7EC28580}" type="sibTrans" cxnId="{DC44AFC8-1040-449C-A159-DCA21BAB5C17}">
      <dgm:prSet/>
      <dgm:spPr/>
      <dgm:t>
        <a:bodyPr/>
        <a:lstStyle/>
        <a:p>
          <a:endParaRPr lang="en-US"/>
        </a:p>
      </dgm:t>
    </dgm:pt>
    <dgm:pt modelId="{301194A4-4FFE-425A-8668-570E070EBB85}">
      <dgm:prSet phldrT="[Text]"/>
      <dgm:spPr>
        <a:solidFill>
          <a:schemeClr val="bg1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Open Cycle Gas Turbine</a:t>
          </a:r>
        </a:p>
        <a:p>
          <a:r>
            <a:rPr lang="en-US" dirty="0">
              <a:solidFill>
                <a:schemeClr val="tx1"/>
              </a:solidFill>
            </a:rPr>
            <a:t>(Rotary)</a:t>
          </a:r>
        </a:p>
      </dgm:t>
    </dgm:pt>
    <dgm:pt modelId="{0F785887-4209-4EED-80A3-AB6AB77D8C92}" type="parTrans" cxnId="{4839ABC6-A0D4-41B0-9244-E561DEB3D5F3}">
      <dgm:prSet/>
      <dgm:spPr>
        <a:ln w="57150">
          <a:solidFill>
            <a:schemeClr val="tx1"/>
          </a:solidFill>
        </a:ln>
      </dgm:spPr>
      <dgm:t>
        <a:bodyPr/>
        <a:lstStyle/>
        <a:p>
          <a:endParaRPr lang="en-US"/>
        </a:p>
      </dgm:t>
    </dgm:pt>
    <dgm:pt modelId="{BD56AB7E-BFA2-43E8-B285-7AF9FDBF1AF5}" type="sibTrans" cxnId="{4839ABC6-A0D4-41B0-9244-E561DEB3D5F3}">
      <dgm:prSet/>
      <dgm:spPr/>
      <dgm:t>
        <a:bodyPr/>
        <a:lstStyle/>
        <a:p>
          <a:endParaRPr lang="en-US"/>
        </a:p>
      </dgm:t>
    </dgm:pt>
    <dgm:pt modelId="{A69A57A5-2DAA-415E-8F89-848DAE4DB644}" type="pres">
      <dgm:prSet presAssocID="{FA2CEEE1-5020-4FDA-A183-D6161FBECDAC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B38230F0-616A-4E27-A939-CC27499B629E}" type="pres">
      <dgm:prSet presAssocID="{6E07DCD9-DB26-4587-932E-5A7A18A37876}" presName="root1" presStyleCnt="0"/>
      <dgm:spPr/>
    </dgm:pt>
    <dgm:pt modelId="{CBA33412-92C8-428C-A42B-41990B120A23}" type="pres">
      <dgm:prSet presAssocID="{6E07DCD9-DB26-4587-932E-5A7A18A37876}" presName="LevelOneTextNode" presStyleLbl="node0" presStyleIdx="0" presStyleCnt="1" custScaleY="80744">
        <dgm:presLayoutVars>
          <dgm:chPref val="3"/>
        </dgm:presLayoutVars>
      </dgm:prSet>
      <dgm:spPr/>
    </dgm:pt>
    <dgm:pt modelId="{702F2996-8A73-4928-832A-938AF0216BD3}" type="pres">
      <dgm:prSet presAssocID="{6E07DCD9-DB26-4587-932E-5A7A18A37876}" presName="level2hierChild" presStyleCnt="0"/>
      <dgm:spPr/>
    </dgm:pt>
    <dgm:pt modelId="{B710305F-E016-4962-B82F-47C6649A7C1B}" type="pres">
      <dgm:prSet presAssocID="{054DB98B-4903-4376-AC3F-C53DF3DABF39}" presName="conn2-1" presStyleLbl="parChTrans1D2" presStyleIdx="0" presStyleCnt="2"/>
      <dgm:spPr/>
    </dgm:pt>
    <dgm:pt modelId="{194D9E0A-5162-4135-8BA1-FD8FEA8E7968}" type="pres">
      <dgm:prSet presAssocID="{054DB98B-4903-4376-AC3F-C53DF3DABF39}" presName="connTx" presStyleLbl="parChTrans1D2" presStyleIdx="0" presStyleCnt="2"/>
      <dgm:spPr/>
    </dgm:pt>
    <dgm:pt modelId="{91977F70-7912-4B04-B6F9-C0A4DB93661B}" type="pres">
      <dgm:prSet presAssocID="{3A3E2E3D-2517-475E-B7FD-A9729A9E8957}" presName="root2" presStyleCnt="0"/>
      <dgm:spPr/>
    </dgm:pt>
    <dgm:pt modelId="{8C8327D2-CCC1-4228-A706-191D2858B31D}" type="pres">
      <dgm:prSet presAssocID="{3A3E2E3D-2517-475E-B7FD-A9729A9E8957}" presName="LevelTwoTextNode" presStyleLbl="node2" presStyleIdx="0" presStyleCnt="2" custScaleX="109045">
        <dgm:presLayoutVars>
          <dgm:chPref val="3"/>
        </dgm:presLayoutVars>
      </dgm:prSet>
      <dgm:spPr/>
    </dgm:pt>
    <dgm:pt modelId="{525F32D5-6D44-4223-A344-9209029D813F}" type="pres">
      <dgm:prSet presAssocID="{3A3E2E3D-2517-475E-B7FD-A9729A9E8957}" presName="level3hierChild" presStyleCnt="0"/>
      <dgm:spPr/>
    </dgm:pt>
    <dgm:pt modelId="{26B12C09-A773-4D01-BBB6-42D531673036}" type="pres">
      <dgm:prSet presAssocID="{0F785887-4209-4EED-80A3-AB6AB77D8C92}" presName="conn2-1" presStyleLbl="parChTrans1D2" presStyleIdx="1" presStyleCnt="2"/>
      <dgm:spPr/>
    </dgm:pt>
    <dgm:pt modelId="{B094AAEA-89E2-443C-945E-CBD860021FA0}" type="pres">
      <dgm:prSet presAssocID="{0F785887-4209-4EED-80A3-AB6AB77D8C92}" presName="connTx" presStyleLbl="parChTrans1D2" presStyleIdx="1" presStyleCnt="2"/>
      <dgm:spPr/>
    </dgm:pt>
    <dgm:pt modelId="{6DFCD98C-703A-4960-ADAA-8D48762F5597}" type="pres">
      <dgm:prSet presAssocID="{301194A4-4FFE-425A-8668-570E070EBB85}" presName="root2" presStyleCnt="0"/>
      <dgm:spPr/>
    </dgm:pt>
    <dgm:pt modelId="{D61CD7B7-1480-402A-AB58-3845AE873C0A}" type="pres">
      <dgm:prSet presAssocID="{301194A4-4FFE-425A-8668-570E070EBB85}" presName="LevelTwoTextNode" presStyleLbl="node2" presStyleIdx="1" presStyleCnt="2" custScaleX="110388">
        <dgm:presLayoutVars>
          <dgm:chPref val="3"/>
        </dgm:presLayoutVars>
      </dgm:prSet>
      <dgm:spPr/>
    </dgm:pt>
    <dgm:pt modelId="{F5B19BD5-F496-4CD0-802B-BE7DBA779B98}" type="pres">
      <dgm:prSet presAssocID="{301194A4-4FFE-425A-8668-570E070EBB85}" presName="level3hierChild" presStyleCnt="0"/>
      <dgm:spPr/>
    </dgm:pt>
  </dgm:ptLst>
  <dgm:cxnLst>
    <dgm:cxn modelId="{2833CA27-B74F-4C6E-84E6-2C8896068B97}" type="presOf" srcId="{6E07DCD9-DB26-4587-932E-5A7A18A37876}" destId="{CBA33412-92C8-428C-A42B-41990B120A23}" srcOrd="0" destOrd="0" presId="urn:microsoft.com/office/officeart/2008/layout/HorizontalMultiLevelHierarchy"/>
    <dgm:cxn modelId="{76F21966-32AB-4123-A8D9-5ACD6D8BC4D5}" type="presOf" srcId="{054DB98B-4903-4376-AC3F-C53DF3DABF39}" destId="{194D9E0A-5162-4135-8BA1-FD8FEA8E7968}" srcOrd="1" destOrd="0" presId="urn:microsoft.com/office/officeart/2008/layout/HorizontalMultiLevelHierarchy"/>
    <dgm:cxn modelId="{F98FB385-AC07-47D5-A545-5EBCB45B7805}" srcId="{FA2CEEE1-5020-4FDA-A183-D6161FBECDAC}" destId="{6E07DCD9-DB26-4587-932E-5A7A18A37876}" srcOrd="0" destOrd="0" parTransId="{B394DDF6-18D4-468C-B9C8-6671D724C624}" sibTransId="{64E3A5FA-AB46-460C-A32F-5266548A99DD}"/>
    <dgm:cxn modelId="{ABB79EAB-38A7-4ED1-9B39-57F5DA14EDF9}" type="presOf" srcId="{054DB98B-4903-4376-AC3F-C53DF3DABF39}" destId="{B710305F-E016-4962-B82F-47C6649A7C1B}" srcOrd="0" destOrd="0" presId="urn:microsoft.com/office/officeart/2008/layout/HorizontalMultiLevelHierarchy"/>
    <dgm:cxn modelId="{AF0ED8B5-E3EC-4CA5-9747-77405AAF9162}" type="presOf" srcId="{301194A4-4FFE-425A-8668-570E070EBB85}" destId="{D61CD7B7-1480-402A-AB58-3845AE873C0A}" srcOrd="0" destOrd="0" presId="urn:microsoft.com/office/officeart/2008/layout/HorizontalMultiLevelHierarchy"/>
    <dgm:cxn modelId="{4839ABC6-A0D4-41B0-9244-E561DEB3D5F3}" srcId="{6E07DCD9-DB26-4587-932E-5A7A18A37876}" destId="{301194A4-4FFE-425A-8668-570E070EBB85}" srcOrd="1" destOrd="0" parTransId="{0F785887-4209-4EED-80A3-AB6AB77D8C92}" sibTransId="{BD56AB7E-BFA2-43E8-B285-7AF9FDBF1AF5}"/>
    <dgm:cxn modelId="{DC44AFC8-1040-449C-A159-DCA21BAB5C17}" srcId="{6E07DCD9-DB26-4587-932E-5A7A18A37876}" destId="{3A3E2E3D-2517-475E-B7FD-A9729A9E8957}" srcOrd="0" destOrd="0" parTransId="{054DB98B-4903-4376-AC3F-C53DF3DABF39}" sibTransId="{6A6E2188-DCE3-4437-A16A-44CE7EC28580}"/>
    <dgm:cxn modelId="{9B6ADDD0-A870-462D-8685-0AB8491080BA}" type="presOf" srcId="{0F785887-4209-4EED-80A3-AB6AB77D8C92}" destId="{26B12C09-A773-4D01-BBB6-42D531673036}" srcOrd="0" destOrd="0" presId="urn:microsoft.com/office/officeart/2008/layout/HorizontalMultiLevelHierarchy"/>
    <dgm:cxn modelId="{8B210DDC-70F3-49A1-8EF0-3C6DD1C399DF}" type="presOf" srcId="{0F785887-4209-4EED-80A3-AB6AB77D8C92}" destId="{B094AAEA-89E2-443C-945E-CBD860021FA0}" srcOrd="1" destOrd="0" presId="urn:microsoft.com/office/officeart/2008/layout/HorizontalMultiLevelHierarchy"/>
    <dgm:cxn modelId="{4A2C58E9-4FF6-4D98-A686-49BCFE5DC64F}" type="presOf" srcId="{3A3E2E3D-2517-475E-B7FD-A9729A9E8957}" destId="{8C8327D2-CCC1-4228-A706-191D2858B31D}" srcOrd="0" destOrd="0" presId="urn:microsoft.com/office/officeart/2008/layout/HorizontalMultiLevelHierarchy"/>
    <dgm:cxn modelId="{1B8F97FB-C399-43EB-AD43-7A4D1D08F4B8}" type="presOf" srcId="{FA2CEEE1-5020-4FDA-A183-D6161FBECDAC}" destId="{A69A57A5-2DAA-415E-8F89-848DAE4DB644}" srcOrd="0" destOrd="0" presId="urn:microsoft.com/office/officeart/2008/layout/HorizontalMultiLevelHierarchy"/>
    <dgm:cxn modelId="{EBBDAB38-F1A1-48E9-AC5F-0CD9750B2143}" type="presParOf" srcId="{A69A57A5-2DAA-415E-8F89-848DAE4DB644}" destId="{B38230F0-616A-4E27-A939-CC27499B629E}" srcOrd="0" destOrd="0" presId="urn:microsoft.com/office/officeart/2008/layout/HorizontalMultiLevelHierarchy"/>
    <dgm:cxn modelId="{F3C6D8BD-39B6-490B-8461-631369630607}" type="presParOf" srcId="{B38230F0-616A-4E27-A939-CC27499B629E}" destId="{CBA33412-92C8-428C-A42B-41990B120A23}" srcOrd="0" destOrd="0" presId="urn:microsoft.com/office/officeart/2008/layout/HorizontalMultiLevelHierarchy"/>
    <dgm:cxn modelId="{1F8B64F2-C306-4AB6-82EA-16DCBE3BCA23}" type="presParOf" srcId="{B38230F0-616A-4E27-A939-CC27499B629E}" destId="{702F2996-8A73-4928-832A-938AF0216BD3}" srcOrd="1" destOrd="0" presId="urn:microsoft.com/office/officeart/2008/layout/HorizontalMultiLevelHierarchy"/>
    <dgm:cxn modelId="{AC26DB5A-4EA3-4D39-90FA-9ACD2393F619}" type="presParOf" srcId="{702F2996-8A73-4928-832A-938AF0216BD3}" destId="{B710305F-E016-4962-B82F-47C6649A7C1B}" srcOrd="0" destOrd="0" presId="urn:microsoft.com/office/officeart/2008/layout/HorizontalMultiLevelHierarchy"/>
    <dgm:cxn modelId="{4C371CE2-A070-4AFA-A815-7340392DCCE2}" type="presParOf" srcId="{B710305F-E016-4962-B82F-47C6649A7C1B}" destId="{194D9E0A-5162-4135-8BA1-FD8FEA8E7968}" srcOrd="0" destOrd="0" presId="urn:microsoft.com/office/officeart/2008/layout/HorizontalMultiLevelHierarchy"/>
    <dgm:cxn modelId="{C3593C59-5480-4E09-8E32-9795F27D72DD}" type="presParOf" srcId="{702F2996-8A73-4928-832A-938AF0216BD3}" destId="{91977F70-7912-4B04-B6F9-C0A4DB93661B}" srcOrd="1" destOrd="0" presId="urn:microsoft.com/office/officeart/2008/layout/HorizontalMultiLevelHierarchy"/>
    <dgm:cxn modelId="{EFC4B410-2F12-4D43-8F54-CCE90BBCCA11}" type="presParOf" srcId="{91977F70-7912-4B04-B6F9-C0A4DB93661B}" destId="{8C8327D2-CCC1-4228-A706-191D2858B31D}" srcOrd="0" destOrd="0" presId="urn:microsoft.com/office/officeart/2008/layout/HorizontalMultiLevelHierarchy"/>
    <dgm:cxn modelId="{2CA67F9E-8A43-43CF-8546-29E60D5CF1CB}" type="presParOf" srcId="{91977F70-7912-4B04-B6F9-C0A4DB93661B}" destId="{525F32D5-6D44-4223-A344-9209029D813F}" srcOrd="1" destOrd="0" presId="urn:microsoft.com/office/officeart/2008/layout/HorizontalMultiLevelHierarchy"/>
    <dgm:cxn modelId="{EA76562A-FDC1-49B7-8584-87E0ED748457}" type="presParOf" srcId="{702F2996-8A73-4928-832A-938AF0216BD3}" destId="{26B12C09-A773-4D01-BBB6-42D531673036}" srcOrd="2" destOrd="0" presId="urn:microsoft.com/office/officeart/2008/layout/HorizontalMultiLevelHierarchy"/>
    <dgm:cxn modelId="{40130C48-AF5B-49B3-BB4C-1DED6B48965D}" type="presParOf" srcId="{26B12C09-A773-4D01-BBB6-42D531673036}" destId="{B094AAEA-89E2-443C-945E-CBD860021FA0}" srcOrd="0" destOrd="0" presId="urn:microsoft.com/office/officeart/2008/layout/HorizontalMultiLevelHierarchy"/>
    <dgm:cxn modelId="{67E4CBDE-8C10-4DF6-9845-509366695740}" type="presParOf" srcId="{702F2996-8A73-4928-832A-938AF0216BD3}" destId="{6DFCD98C-703A-4960-ADAA-8D48762F5597}" srcOrd="3" destOrd="0" presId="urn:microsoft.com/office/officeart/2008/layout/HorizontalMultiLevelHierarchy"/>
    <dgm:cxn modelId="{FF78B153-3777-4E91-8376-F02B62529D85}" type="presParOf" srcId="{6DFCD98C-703A-4960-ADAA-8D48762F5597}" destId="{D61CD7B7-1480-402A-AB58-3845AE873C0A}" srcOrd="0" destOrd="0" presId="urn:microsoft.com/office/officeart/2008/layout/HorizontalMultiLevelHierarchy"/>
    <dgm:cxn modelId="{BABB11B3-2B35-436A-A4D7-747D40AF0A2F}" type="presParOf" srcId="{6DFCD98C-703A-4960-ADAA-8D48762F5597}" destId="{F5B19BD5-F496-4CD0-802B-BE7DBA779B98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BFF7CD-8057-41F3-9AEB-B237A17CBB67}">
      <dsp:nvSpPr>
        <dsp:cNvPr id="0" name=""/>
        <dsp:cNvSpPr/>
      </dsp:nvSpPr>
      <dsp:spPr>
        <a:xfrm>
          <a:off x="4100512" y="1917574"/>
          <a:ext cx="1680724" cy="58339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91696"/>
              </a:lnTo>
              <a:lnTo>
                <a:pt x="1680724" y="291696"/>
              </a:lnTo>
              <a:lnTo>
                <a:pt x="1680724" y="583392"/>
              </a:lnTo>
            </a:path>
          </a:pathLst>
        </a:custGeom>
        <a:noFill/>
        <a:ln w="57150" cap="flat" cmpd="sng" algn="ctr">
          <a:solidFill>
            <a:scrgbClr r="0" g="0" b="0"/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C03F1E7-F04C-4CAE-8E5B-D29609D7DE25}">
      <dsp:nvSpPr>
        <dsp:cNvPr id="0" name=""/>
        <dsp:cNvSpPr/>
      </dsp:nvSpPr>
      <dsp:spPr>
        <a:xfrm>
          <a:off x="2419787" y="1917574"/>
          <a:ext cx="1680724" cy="583392"/>
        </a:xfrm>
        <a:custGeom>
          <a:avLst/>
          <a:gdLst/>
          <a:ahLst/>
          <a:cxnLst/>
          <a:rect l="0" t="0" r="0" b="0"/>
          <a:pathLst>
            <a:path>
              <a:moveTo>
                <a:pt x="1680724" y="0"/>
              </a:moveTo>
              <a:lnTo>
                <a:pt x="1680724" y="291696"/>
              </a:lnTo>
              <a:lnTo>
                <a:pt x="0" y="291696"/>
              </a:lnTo>
              <a:lnTo>
                <a:pt x="0" y="583392"/>
              </a:lnTo>
            </a:path>
          </a:pathLst>
        </a:custGeom>
        <a:noFill/>
        <a:ln w="57150" cap="flat" cmpd="sng" algn="ctr">
          <a:solidFill>
            <a:scrgbClr r="0" g="0" b="0"/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B28F00A-DD7D-4F5B-AFAA-329FB30CD75D}">
      <dsp:nvSpPr>
        <dsp:cNvPr id="0" name=""/>
        <dsp:cNvSpPr/>
      </dsp:nvSpPr>
      <dsp:spPr>
        <a:xfrm>
          <a:off x="5336" y="528546"/>
          <a:ext cx="8190351" cy="1389028"/>
        </a:xfrm>
        <a:prstGeom prst="rect">
          <a:avLst/>
        </a:prstGeom>
        <a:solidFill>
          <a:schemeClr val="bg1"/>
        </a:solidFill>
        <a:ln>
          <a:solidFill>
            <a:schemeClr val="tx1"/>
          </a:solidFill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9845" tIns="29845" rIns="29845" bIns="29845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 dirty="0">
              <a:solidFill>
                <a:schemeClr val="tx1"/>
              </a:solidFill>
            </a:rPr>
            <a:t>Types of energy sources used by prime movers</a:t>
          </a:r>
        </a:p>
      </dsp:txBody>
      <dsp:txXfrm>
        <a:off x="5336" y="528546"/>
        <a:ext cx="8190351" cy="1389028"/>
      </dsp:txXfrm>
    </dsp:sp>
    <dsp:sp modelId="{6F6F0629-4667-4F78-809D-376B80ECAE6C}">
      <dsp:nvSpPr>
        <dsp:cNvPr id="0" name=""/>
        <dsp:cNvSpPr/>
      </dsp:nvSpPr>
      <dsp:spPr>
        <a:xfrm>
          <a:off x="1030759" y="2500967"/>
          <a:ext cx="2778057" cy="1389028"/>
        </a:xfrm>
        <a:prstGeom prst="rect">
          <a:avLst/>
        </a:prstGeom>
        <a:solidFill>
          <a:schemeClr val="bg1"/>
        </a:solidFill>
        <a:ln>
          <a:solidFill>
            <a:schemeClr val="tx1"/>
          </a:solidFill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9845" tIns="29845" rIns="29845" bIns="29845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 dirty="0">
              <a:solidFill>
                <a:schemeClr val="tx1"/>
              </a:solidFill>
            </a:rPr>
            <a:t>Thermal</a:t>
          </a:r>
        </a:p>
      </dsp:txBody>
      <dsp:txXfrm>
        <a:off x="1030759" y="2500967"/>
        <a:ext cx="2778057" cy="1389028"/>
      </dsp:txXfrm>
    </dsp:sp>
    <dsp:sp modelId="{E0FD2126-2E26-4C52-AC37-90D9538B8F76}">
      <dsp:nvSpPr>
        <dsp:cNvPr id="0" name=""/>
        <dsp:cNvSpPr/>
      </dsp:nvSpPr>
      <dsp:spPr>
        <a:xfrm>
          <a:off x="4392208" y="2500967"/>
          <a:ext cx="2778057" cy="1389028"/>
        </a:xfrm>
        <a:prstGeom prst="rect">
          <a:avLst/>
        </a:prstGeom>
        <a:solidFill>
          <a:schemeClr val="bg1"/>
        </a:solidFill>
        <a:ln w="9525">
          <a:solidFill>
            <a:schemeClr val="tx1"/>
          </a:solidFill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9845" tIns="29845" rIns="29845" bIns="29845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 dirty="0">
              <a:solidFill>
                <a:schemeClr val="tx1"/>
              </a:solidFill>
            </a:rPr>
            <a:t>Non Thermal</a:t>
          </a:r>
        </a:p>
      </dsp:txBody>
      <dsp:txXfrm>
        <a:off x="4392208" y="2500967"/>
        <a:ext cx="2778057" cy="138902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B12C09-A773-4D01-BBB6-42D531673036}">
      <dsp:nvSpPr>
        <dsp:cNvPr id="0" name=""/>
        <dsp:cNvSpPr/>
      </dsp:nvSpPr>
      <dsp:spPr>
        <a:xfrm>
          <a:off x="3496586" y="3099554"/>
          <a:ext cx="677583" cy="258225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38791" y="0"/>
              </a:lnTo>
              <a:lnTo>
                <a:pt x="338791" y="2582255"/>
              </a:lnTo>
              <a:lnTo>
                <a:pt x="677583" y="2582255"/>
              </a:lnTo>
            </a:path>
          </a:pathLst>
        </a:custGeom>
        <a:noFill/>
        <a:ln w="5715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>
        <a:off x="3768636" y="4323939"/>
        <a:ext cx="133483" cy="133483"/>
      </dsp:txXfrm>
    </dsp:sp>
    <dsp:sp modelId="{C748C5B6-28DC-480E-835C-176AA7DD30BB}">
      <dsp:nvSpPr>
        <dsp:cNvPr id="0" name=""/>
        <dsp:cNvSpPr/>
      </dsp:nvSpPr>
      <dsp:spPr>
        <a:xfrm>
          <a:off x="3496586" y="3099554"/>
          <a:ext cx="677583" cy="129112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38791" y="0"/>
              </a:lnTo>
              <a:lnTo>
                <a:pt x="338791" y="1291127"/>
              </a:lnTo>
              <a:lnTo>
                <a:pt x="677583" y="1291127"/>
              </a:lnTo>
            </a:path>
          </a:pathLst>
        </a:custGeom>
        <a:noFill/>
        <a:ln w="5715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798924" y="3708664"/>
        <a:ext cx="72906" cy="72906"/>
      </dsp:txXfrm>
    </dsp:sp>
    <dsp:sp modelId="{12EE59EA-2559-492A-B654-9A407D9C3DF8}">
      <dsp:nvSpPr>
        <dsp:cNvPr id="0" name=""/>
        <dsp:cNvSpPr/>
      </dsp:nvSpPr>
      <dsp:spPr>
        <a:xfrm>
          <a:off x="3496586" y="3053834"/>
          <a:ext cx="67758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77583" y="45720"/>
              </a:lnTo>
            </a:path>
          </a:pathLst>
        </a:custGeom>
        <a:noFill/>
        <a:ln w="10795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18438" y="3082614"/>
        <a:ext cx="33879" cy="33879"/>
      </dsp:txXfrm>
    </dsp:sp>
    <dsp:sp modelId="{F9AB15AC-EC01-405D-8E3B-F1A6C171D830}">
      <dsp:nvSpPr>
        <dsp:cNvPr id="0" name=""/>
        <dsp:cNvSpPr/>
      </dsp:nvSpPr>
      <dsp:spPr>
        <a:xfrm>
          <a:off x="3496586" y="1808426"/>
          <a:ext cx="677583" cy="1291127"/>
        </a:xfrm>
        <a:custGeom>
          <a:avLst/>
          <a:gdLst/>
          <a:ahLst/>
          <a:cxnLst/>
          <a:rect l="0" t="0" r="0" b="0"/>
          <a:pathLst>
            <a:path>
              <a:moveTo>
                <a:pt x="0" y="1291127"/>
              </a:moveTo>
              <a:lnTo>
                <a:pt x="338791" y="1291127"/>
              </a:lnTo>
              <a:lnTo>
                <a:pt x="338791" y="0"/>
              </a:lnTo>
              <a:lnTo>
                <a:pt x="677583" y="0"/>
              </a:lnTo>
            </a:path>
          </a:pathLst>
        </a:custGeom>
        <a:noFill/>
        <a:ln w="57150" cap="flat" cmpd="sng" algn="ctr">
          <a:solidFill>
            <a:scrgbClr r="0" g="0" b="0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798924" y="2417537"/>
        <a:ext cx="72906" cy="72906"/>
      </dsp:txXfrm>
    </dsp:sp>
    <dsp:sp modelId="{B710305F-E016-4962-B82F-47C6649A7C1B}">
      <dsp:nvSpPr>
        <dsp:cNvPr id="0" name=""/>
        <dsp:cNvSpPr/>
      </dsp:nvSpPr>
      <dsp:spPr>
        <a:xfrm>
          <a:off x="3496586" y="517298"/>
          <a:ext cx="677583" cy="2582255"/>
        </a:xfrm>
        <a:custGeom>
          <a:avLst/>
          <a:gdLst/>
          <a:ahLst/>
          <a:cxnLst/>
          <a:rect l="0" t="0" r="0" b="0"/>
          <a:pathLst>
            <a:path>
              <a:moveTo>
                <a:pt x="0" y="2582255"/>
              </a:moveTo>
              <a:lnTo>
                <a:pt x="338791" y="2582255"/>
              </a:lnTo>
              <a:lnTo>
                <a:pt x="338791" y="0"/>
              </a:lnTo>
              <a:lnTo>
                <a:pt x="677583" y="0"/>
              </a:lnTo>
            </a:path>
          </a:pathLst>
        </a:custGeom>
        <a:noFill/>
        <a:ln w="5715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>
        <a:off x="3768636" y="1741684"/>
        <a:ext cx="133483" cy="133483"/>
      </dsp:txXfrm>
    </dsp:sp>
    <dsp:sp modelId="{CBA33412-92C8-428C-A42B-41990B120A23}">
      <dsp:nvSpPr>
        <dsp:cNvPr id="0" name=""/>
        <dsp:cNvSpPr/>
      </dsp:nvSpPr>
      <dsp:spPr>
        <a:xfrm rot="16200000">
          <a:off x="261971" y="2583102"/>
          <a:ext cx="5436327" cy="1032902"/>
        </a:xfrm>
        <a:prstGeom prst="rect">
          <a:avLst/>
        </a:prstGeom>
        <a:solidFill>
          <a:schemeClr val="bg1"/>
        </a:solidFill>
        <a:ln w="10795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4127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>
              <a:solidFill>
                <a:schemeClr val="tx1"/>
              </a:solidFill>
            </a:rPr>
            <a:t>Thermal</a:t>
          </a:r>
        </a:p>
      </dsp:txBody>
      <dsp:txXfrm>
        <a:off x="261971" y="2583102"/>
        <a:ext cx="5436327" cy="1032902"/>
      </dsp:txXfrm>
    </dsp:sp>
    <dsp:sp modelId="{8C8327D2-CCC1-4228-A706-191D2858B31D}">
      <dsp:nvSpPr>
        <dsp:cNvPr id="0" name=""/>
        <dsp:cNvSpPr/>
      </dsp:nvSpPr>
      <dsp:spPr>
        <a:xfrm>
          <a:off x="4174169" y="847"/>
          <a:ext cx="3387919" cy="1032902"/>
        </a:xfrm>
        <a:prstGeom prst="rect">
          <a:avLst/>
        </a:prstGeom>
        <a:solidFill>
          <a:schemeClr val="bg1"/>
        </a:solidFill>
        <a:ln w="10795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tx1"/>
              </a:solidFill>
            </a:rPr>
            <a:t>Fuels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tx1"/>
              </a:solidFill>
            </a:rPr>
            <a:t>(Heat Engines)</a:t>
          </a:r>
        </a:p>
      </dsp:txBody>
      <dsp:txXfrm>
        <a:off x="4174169" y="847"/>
        <a:ext cx="3387919" cy="1032902"/>
      </dsp:txXfrm>
    </dsp:sp>
    <dsp:sp modelId="{6C24E062-9D02-4BFA-B53A-D4A1D5606F9E}">
      <dsp:nvSpPr>
        <dsp:cNvPr id="0" name=""/>
        <dsp:cNvSpPr/>
      </dsp:nvSpPr>
      <dsp:spPr>
        <a:xfrm>
          <a:off x="4174169" y="1291975"/>
          <a:ext cx="3387919" cy="1032902"/>
        </a:xfrm>
        <a:prstGeom prst="rect">
          <a:avLst/>
        </a:prstGeom>
        <a:solidFill>
          <a:schemeClr val="bg1"/>
        </a:solidFill>
        <a:ln w="10795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tx1"/>
              </a:solidFill>
            </a:rPr>
            <a:t>Nuclear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tx1"/>
              </a:solidFill>
            </a:rPr>
            <a:t>(Nuclear Power Plant)</a:t>
          </a:r>
        </a:p>
      </dsp:txBody>
      <dsp:txXfrm>
        <a:off x="4174169" y="1291975"/>
        <a:ext cx="3387919" cy="1032902"/>
      </dsp:txXfrm>
    </dsp:sp>
    <dsp:sp modelId="{28812A79-C3D3-4BE6-9A0A-0401F6756C21}">
      <dsp:nvSpPr>
        <dsp:cNvPr id="0" name=""/>
        <dsp:cNvSpPr/>
      </dsp:nvSpPr>
      <dsp:spPr>
        <a:xfrm>
          <a:off x="4174169" y="2583102"/>
          <a:ext cx="3387919" cy="1032902"/>
        </a:xfrm>
        <a:prstGeom prst="rect">
          <a:avLst/>
        </a:prstGeom>
        <a:solidFill>
          <a:schemeClr val="bg1"/>
        </a:solidFill>
        <a:ln w="10795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tx1"/>
              </a:solidFill>
            </a:rPr>
            <a:t>Geothermal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tx1"/>
              </a:solidFill>
            </a:rPr>
            <a:t>(Geothermal Power Plant)</a:t>
          </a:r>
        </a:p>
      </dsp:txBody>
      <dsp:txXfrm>
        <a:off x="4174169" y="2583102"/>
        <a:ext cx="3387919" cy="1032902"/>
      </dsp:txXfrm>
    </dsp:sp>
    <dsp:sp modelId="{EDAAD925-63B0-4E37-8249-42174ED62577}">
      <dsp:nvSpPr>
        <dsp:cNvPr id="0" name=""/>
        <dsp:cNvSpPr/>
      </dsp:nvSpPr>
      <dsp:spPr>
        <a:xfrm>
          <a:off x="4174169" y="3874230"/>
          <a:ext cx="3387919" cy="1032902"/>
        </a:xfrm>
        <a:prstGeom prst="rect">
          <a:avLst/>
        </a:prstGeom>
        <a:solidFill>
          <a:schemeClr val="bg1"/>
        </a:solidFill>
        <a:ln w="10795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tx1"/>
              </a:solidFill>
            </a:rPr>
            <a:t>Bio – Energy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tx1"/>
              </a:solidFill>
            </a:rPr>
            <a:t>(Bio Gas Plant)</a:t>
          </a:r>
        </a:p>
      </dsp:txBody>
      <dsp:txXfrm>
        <a:off x="4174169" y="3874230"/>
        <a:ext cx="3387919" cy="1032902"/>
      </dsp:txXfrm>
    </dsp:sp>
    <dsp:sp modelId="{D61CD7B7-1480-402A-AB58-3845AE873C0A}">
      <dsp:nvSpPr>
        <dsp:cNvPr id="0" name=""/>
        <dsp:cNvSpPr/>
      </dsp:nvSpPr>
      <dsp:spPr>
        <a:xfrm>
          <a:off x="4174169" y="5165358"/>
          <a:ext cx="3387919" cy="1032902"/>
        </a:xfrm>
        <a:prstGeom prst="rect">
          <a:avLst/>
        </a:prstGeom>
        <a:solidFill>
          <a:schemeClr val="bg1"/>
        </a:solidFill>
        <a:ln w="10795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tx1"/>
              </a:solidFill>
            </a:rPr>
            <a:t>Direct Solar Energy</a:t>
          </a:r>
        </a:p>
      </dsp:txBody>
      <dsp:txXfrm>
        <a:off x="4174169" y="5165358"/>
        <a:ext cx="3387919" cy="103290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B12C09-A773-4D01-BBB6-42D531673036}">
      <dsp:nvSpPr>
        <dsp:cNvPr id="0" name=""/>
        <dsp:cNvSpPr/>
      </dsp:nvSpPr>
      <dsp:spPr>
        <a:xfrm>
          <a:off x="3543599" y="3199456"/>
          <a:ext cx="797560" cy="151974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98780" y="0"/>
              </a:lnTo>
              <a:lnTo>
                <a:pt x="398780" y="1519741"/>
              </a:lnTo>
              <a:lnTo>
                <a:pt x="797560" y="1519741"/>
              </a:lnTo>
            </a:path>
          </a:pathLst>
        </a:custGeom>
        <a:noFill/>
        <a:ln w="5715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3899472" y="3916419"/>
        <a:ext cx="85815" cy="85815"/>
      </dsp:txXfrm>
    </dsp:sp>
    <dsp:sp modelId="{C748C5B6-28DC-480E-835C-176AA7DD30BB}">
      <dsp:nvSpPr>
        <dsp:cNvPr id="0" name=""/>
        <dsp:cNvSpPr/>
      </dsp:nvSpPr>
      <dsp:spPr>
        <a:xfrm>
          <a:off x="3543599" y="3153736"/>
          <a:ext cx="79756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797560" y="45720"/>
              </a:lnTo>
            </a:path>
          </a:pathLst>
        </a:custGeom>
        <a:noFill/>
        <a:ln w="5715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922440" y="3179517"/>
        <a:ext cx="39878" cy="39878"/>
      </dsp:txXfrm>
    </dsp:sp>
    <dsp:sp modelId="{B710305F-E016-4962-B82F-47C6649A7C1B}">
      <dsp:nvSpPr>
        <dsp:cNvPr id="0" name=""/>
        <dsp:cNvSpPr/>
      </dsp:nvSpPr>
      <dsp:spPr>
        <a:xfrm>
          <a:off x="3543599" y="1679714"/>
          <a:ext cx="797560" cy="1519741"/>
        </a:xfrm>
        <a:custGeom>
          <a:avLst/>
          <a:gdLst/>
          <a:ahLst/>
          <a:cxnLst/>
          <a:rect l="0" t="0" r="0" b="0"/>
          <a:pathLst>
            <a:path>
              <a:moveTo>
                <a:pt x="0" y="1519741"/>
              </a:moveTo>
              <a:lnTo>
                <a:pt x="398780" y="1519741"/>
              </a:lnTo>
              <a:lnTo>
                <a:pt x="398780" y="0"/>
              </a:lnTo>
              <a:lnTo>
                <a:pt x="797560" y="0"/>
              </a:lnTo>
            </a:path>
          </a:pathLst>
        </a:custGeom>
        <a:noFill/>
        <a:ln w="5715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3899472" y="2396677"/>
        <a:ext cx="85815" cy="85815"/>
      </dsp:txXfrm>
    </dsp:sp>
    <dsp:sp modelId="{CBA33412-92C8-428C-A42B-41990B120A23}">
      <dsp:nvSpPr>
        <dsp:cNvPr id="0" name=""/>
        <dsp:cNvSpPr/>
      </dsp:nvSpPr>
      <dsp:spPr>
        <a:xfrm rot="16200000">
          <a:off x="-263753" y="2591559"/>
          <a:ext cx="6398913" cy="1215793"/>
        </a:xfrm>
        <a:prstGeom prst="rect">
          <a:avLst/>
        </a:prstGeom>
        <a:solidFill>
          <a:schemeClr val="bg1"/>
        </a:solidFill>
        <a:ln w="10795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4127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>
              <a:solidFill>
                <a:schemeClr val="tx1"/>
              </a:solidFill>
            </a:rPr>
            <a:t>Non Thermal</a:t>
          </a:r>
        </a:p>
      </dsp:txBody>
      <dsp:txXfrm>
        <a:off x="-263753" y="2591559"/>
        <a:ext cx="6398913" cy="1215793"/>
      </dsp:txXfrm>
    </dsp:sp>
    <dsp:sp modelId="{8C8327D2-CCC1-4228-A706-191D2858B31D}">
      <dsp:nvSpPr>
        <dsp:cNvPr id="0" name=""/>
        <dsp:cNvSpPr/>
      </dsp:nvSpPr>
      <dsp:spPr>
        <a:xfrm>
          <a:off x="4341160" y="1071817"/>
          <a:ext cx="3987802" cy="1215793"/>
        </a:xfrm>
        <a:prstGeom prst="rect">
          <a:avLst/>
        </a:prstGeom>
        <a:solidFill>
          <a:schemeClr val="bg1"/>
        </a:solidFill>
        <a:ln w="10795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925" tIns="34925" rIns="34925" bIns="34925" numCol="1" spcCol="1270" anchor="ctr" anchorCtr="0">
          <a:noAutofit/>
        </a:bodyPr>
        <a:lstStyle/>
        <a:p>
          <a:pPr marL="0" lvl="0" indent="0" algn="ctr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500" kern="1200" dirty="0">
              <a:solidFill>
                <a:schemeClr val="tx1"/>
              </a:solidFill>
            </a:rPr>
            <a:t>Hydel Energy</a:t>
          </a:r>
        </a:p>
      </dsp:txBody>
      <dsp:txXfrm>
        <a:off x="4341160" y="1071817"/>
        <a:ext cx="3987802" cy="1215793"/>
      </dsp:txXfrm>
    </dsp:sp>
    <dsp:sp modelId="{EDAAD925-63B0-4E37-8249-42174ED62577}">
      <dsp:nvSpPr>
        <dsp:cNvPr id="0" name=""/>
        <dsp:cNvSpPr/>
      </dsp:nvSpPr>
      <dsp:spPr>
        <a:xfrm>
          <a:off x="4341160" y="2591559"/>
          <a:ext cx="3987802" cy="1215793"/>
        </a:xfrm>
        <a:prstGeom prst="rect">
          <a:avLst/>
        </a:prstGeom>
        <a:solidFill>
          <a:schemeClr val="bg1"/>
        </a:solidFill>
        <a:ln w="10795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925" tIns="34925" rIns="34925" bIns="34925" numCol="1" spcCol="1270" anchor="ctr" anchorCtr="0">
          <a:noAutofit/>
        </a:bodyPr>
        <a:lstStyle/>
        <a:p>
          <a:pPr marL="0" lvl="0" indent="0" algn="ctr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500" kern="1200" dirty="0">
              <a:solidFill>
                <a:schemeClr val="tx1"/>
              </a:solidFill>
            </a:rPr>
            <a:t>Tidal Energy</a:t>
          </a:r>
        </a:p>
      </dsp:txBody>
      <dsp:txXfrm>
        <a:off x="4341160" y="2591559"/>
        <a:ext cx="3987802" cy="1215793"/>
      </dsp:txXfrm>
    </dsp:sp>
    <dsp:sp modelId="{D61CD7B7-1480-402A-AB58-3845AE873C0A}">
      <dsp:nvSpPr>
        <dsp:cNvPr id="0" name=""/>
        <dsp:cNvSpPr/>
      </dsp:nvSpPr>
      <dsp:spPr>
        <a:xfrm>
          <a:off x="4341160" y="4111301"/>
          <a:ext cx="3987802" cy="1215793"/>
        </a:xfrm>
        <a:prstGeom prst="rect">
          <a:avLst/>
        </a:prstGeom>
        <a:solidFill>
          <a:schemeClr val="bg1"/>
        </a:solidFill>
        <a:ln w="10795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925" tIns="34925" rIns="34925" bIns="34925" numCol="1" spcCol="1270" anchor="ctr" anchorCtr="0">
          <a:noAutofit/>
        </a:bodyPr>
        <a:lstStyle/>
        <a:p>
          <a:pPr marL="0" lvl="0" indent="0" algn="ctr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500" kern="1200" dirty="0">
              <a:solidFill>
                <a:schemeClr val="tx1"/>
              </a:solidFill>
            </a:rPr>
            <a:t>Wind Energy</a:t>
          </a:r>
        </a:p>
      </dsp:txBody>
      <dsp:txXfrm>
        <a:off x="4341160" y="4111301"/>
        <a:ext cx="3987802" cy="121579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B12C09-A773-4D01-BBB6-42D531673036}">
      <dsp:nvSpPr>
        <dsp:cNvPr id="0" name=""/>
        <dsp:cNvSpPr/>
      </dsp:nvSpPr>
      <dsp:spPr>
        <a:xfrm>
          <a:off x="2964350" y="3164615"/>
          <a:ext cx="788875" cy="75159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94437" y="0"/>
              </a:lnTo>
              <a:lnTo>
                <a:pt x="394437" y="751596"/>
              </a:lnTo>
              <a:lnTo>
                <a:pt x="788875" y="751596"/>
              </a:lnTo>
            </a:path>
          </a:pathLst>
        </a:custGeom>
        <a:noFill/>
        <a:ln w="5715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331548" y="3513173"/>
        <a:ext cx="54479" cy="54479"/>
      </dsp:txXfrm>
    </dsp:sp>
    <dsp:sp modelId="{B710305F-E016-4962-B82F-47C6649A7C1B}">
      <dsp:nvSpPr>
        <dsp:cNvPr id="0" name=""/>
        <dsp:cNvSpPr/>
      </dsp:nvSpPr>
      <dsp:spPr>
        <a:xfrm>
          <a:off x="2964350" y="2413019"/>
          <a:ext cx="788875" cy="751596"/>
        </a:xfrm>
        <a:custGeom>
          <a:avLst/>
          <a:gdLst/>
          <a:ahLst/>
          <a:cxnLst/>
          <a:rect l="0" t="0" r="0" b="0"/>
          <a:pathLst>
            <a:path>
              <a:moveTo>
                <a:pt x="0" y="751596"/>
              </a:moveTo>
              <a:lnTo>
                <a:pt x="394437" y="751596"/>
              </a:lnTo>
              <a:lnTo>
                <a:pt x="394437" y="0"/>
              </a:lnTo>
              <a:lnTo>
                <a:pt x="788875" y="0"/>
              </a:lnTo>
            </a:path>
          </a:pathLst>
        </a:custGeom>
        <a:noFill/>
        <a:ln w="5715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331548" y="2761577"/>
        <a:ext cx="54479" cy="54479"/>
      </dsp:txXfrm>
    </dsp:sp>
    <dsp:sp modelId="{CBA33412-92C8-428C-A42B-41990B120A23}">
      <dsp:nvSpPr>
        <dsp:cNvPr id="0" name=""/>
        <dsp:cNvSpPr/>
      </dsp:nvSpPr>
      <dsp:spPr>
        <a:xfrm rot="16200000">
          <a:off x="-801541" y="2563338"/>
          <a:ext cx="6329230" cy="1202553"/>
        </a:xfrm>
        <a:prstGeom prst="rect">
          <a:avLst/>
        </a:prstGeom>
        <a:solidFill>
          <a:schemeClr val="bg1"/>
        </a:solidFill>
        <a:ln w="10795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4127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>
              <a:solidFill>
                <a:schemeClr val="tx1"/>
              </a:solidFill>
            </a:rPr>
            <a:t>Fuels</a:t>
          </a:r>
        </a:p>
      </dsp:txBody>
      <dsp:txXfrm>
        <a:off x="-801541" y="2563338"/>
        <a:ext cx="6329230" cy="1202553"/>
      </dsp:txXfrm>
    </dsp:sp>
    <dsp:sp modelId="{8C8327D2-CCC1-4228-A706-191D2858B31D}">
      <dsp:nvSpPr>
        <dsp:cNvPr id="0" name=""/>
        <dsp:cNvSpPr/>
      </dsp:nvSpPr>
      <dsp:spPr>
        <a:xfrm>
          <a:off x="3753226" y="1811742"/>
          <a:ext cx="4301145" cy="1202553"/>
        </a:xfrm>
        <a:prstGeom prst="rect">
          <a:avLst/>
        </a:prstGeom>
        <a:solidFill>
          <a:schemeClr val="bg1"/>
        </a:solidFill>
        <a:ln w="10795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 dirty="0">
              <a:solidFill>
                <a:schemeClr val="tx1"/>
              </a:solidFill>
            </a:rPr>
            <a:t>External Combustion Engine</a:t>
          </a:r>
        </a:p>
      </dsp:txBody>
      <dsp:txXfrm>
        <a:off x="3753226" y="1811742"/>
        <a:ext cx="4301145" cy="1202553"/>
      </dsp:txXfrm>
    </dsp:sp>
    <dsp:sp modelId="{D61CD7B7-1480-402A-AB58-3845AE873C0A}">
      <dsp:nvSpPr>
        <dsp:cNvPr id="0" name=""/>
        <dsp:cNvSpPr/>
      </dsp:nvSpPr>
      <dsp:spPr>
        <a:xfrm>
          <a:off x="3753226" y="3314934"/>
          <a:ext cx="4354118" cy="1202553"/>
        </a:xfrm>
        <a:prstGeom prst="rect">
          <a:avLst/>
        </a:prstGeom>
        <a:solidFill>
          <a:schemeClr val="bg1"/>
        </a:solidFill>
        <a:ln w="10795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 dirty="0">
              <a:solidFill>
                <a:schemeClr val="tx1"/>
              </a:solidFill>
            </a:rPr>
            <a:t>Internal Combustion Engine</a:t>
          </a:r>
        </a:p>
      </dsp:txBody>
      <dsp:txXfrm>
        <a:off x="3753226" y="3314934"/>
        <a:ext cx="4354118" cy="120255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B12C09-A773-4D01-BBB6-42D531673036}">
      <dsp:nvSpPr>
        <dsp:cNvPr id="0" name=""/>
        <dsp:cNvSpPr/>
      </dsp:nvSpPr>
      <dsp:spPr>
        <a:xfrm>
          <a:off x="3320376" y="3085266"/>
          <a:ext cx="769095" cy="146550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84547" y="0"/>
              </a:lnTo>
              <a:lnTo>
                <a:pt x="384547" y="1465501"/>
              </a:lnTo>
              <a:lnTo>
                <a:pt x="769095" y="1465501"/>
              </a:lnTo>
            </a:path>
          </a:pathLst>
        </a:custGeom>
        <a:noFill/>
        <a:ln w="5715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663547" y="3776640"/>
        <a:ext cx="82752" cy="82752"/>
      </dsp:txXfrm>
    </dsp:sp>
    <dsp:sp modelId="{C748C5B6-28DC-480E-835C-176AA7DD30BB}">
      <dsp:nvSpPr>
        <dsp:cNvPr id="0" name=""/>
        <dsp:cNvSpPr/>
      </dsp:nvSpPr>
      <dsp:spPr>
        <a:xfrm>
          <a:off x="3320376" y="3039546"/>
          <a:ext cx="76909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769095" y="45720"/>
              </a:lnTo>
            </a:path>
          </a:pathLst>
        </a:custGeom>
        <a:noFill/>
        <a:ln w="5715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685696" y="3066039"/>
        <a:ext cx="38454" cy="38454"/>
      </dsp:txXfrm>
    </dsp:sp>
    <dsp:sp modelId="{B710305F-E016-4962-B82F-47C6649A7C1B}">
      <dsp:nvSpPr>
        <dsp:cNvPr id="0" name=""/>
        <dsp:cNvSpPr/>
      </dsp:nvSpPr>
      <dsp:spPr>
        <a:xfrm>
          <a:off x="3320376" y="1619764"/>
          <a:ext cx="769095" cy="1465501"/>
        </a:xfrm>
        <a:custGeom>
          <a:avLst/>
          <a:gdLst/>
          <a:ahLst/>
          <a:cxnLst/>
          <a:rect l="0" t="0" r="0" b="0"/>
          <a:pathLst>
            <a:path>
              <a:moveTo>
                <a:pt x="0" y="1465501"/>
              </a:moveTo>
              <a:lnTo>
                <a:pt x="384547" y="1465501"/>
              </a:lnTo>
              <a:lnTo>
                <a:pt x="384547" y="0"/>
              </a:lnTo>
              <a:lnTo>
                <a:pt x="769095" y="0"/>
              </a:lnTo>
            </a:path>
          </a:pathLst>
        </a:custGeom>
        <a:noFill/>
        <a:ln w="5715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663547" y="2311139"/>
        <a:ext cx="82752" cy="82752"/>
      </dsp:txXfrm>
    </dsp:sp>
    <dsp:sp modelId="{CBA33412-92C8-428C-A42B-41990B120A23}">
      <dsp:nvSpPr>
        <dsp:cNvPr id="0" name=""/>
        <dsp:cNvSpPr/>
      </dsp:nvSpPr>
      <dsp:spPr>
        <a:xfrm rot="16200000">
          <a:off x="243008" y="2499065"/>
          <a:ext cx="4982335" cy="1172401"/>
        </a:xfrm>
        <a:prstGeom prst="rect">
          <a:avLst/>
        </a:prstGeom>
        <a:solidFill>
          <a:schemeClr val="bg1"/>
        </a:solidFill>
        <a:ln w="10795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>
              <a:solidFill>
                <a:schemeClr val="tx1"/>
              </a:solidFill>
            </a:rPr>
            <a:t>External Combustion Engine</a:t>
          </a:r>
        </a:p>
      </dsp:txBody>
      <dsp:txXfrm>
        <a:off x="243008" y="2499065"/>
        <a:ext cx="4982335" cy="1172401"/>
      </dsp:txXfrm>
    </dsp:sp>
    <dsp:sp modelId="{8C8327D2-CCC1-4228-A706-191D2858B31D}">
      <dsp:nvSpPr>
        <dsp:cNvPr id="0" name=""/>
        <dsp:cNvSpPr/>
      </dsp:nvSpPr>
      <dsp:spPr>
        <a:xfrm>
          <a:off x="4089471" y="1033564"/>
          <a:ext cx="3845476" cy="1172401"/>
        </a:xfrm>
        <a:prstGeom prst="rect">
          <a:avLst/>
        </a:prstGeom>
        <a:solidFill>
          <a:schemeClr val="bg1"/>
        </a:solidFill>
        <a:ln w="10795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15" tIns="18415" rIns="18415" bIns="1841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>
              <a:solidFill>
                <a:schemeClr val="tx1"/>
              </a:solidFill>
            </a:rPr>
            <a:t>Steam Engine</a:t>
          </a:r>
        </a:p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>
              <a:solidFill>
                <a:schemeClr val="tx1"/>
              </a:solidFill>
            </a:rPr>
            <a:t>(Reciprocating)</a:t>
          </a:r>
        </a:p>
      </dsp:txBody>
      <dsp:txXfrm>
        <a:off x="4089471" y="1033564"/>
        <a:ext cx="3845476" cy="1172401"/>
      </dsp:txXfrm>
    </dsp:sp>
    <dsp:sp modelId="{EDAAD925-63B0-4E37-8249-42174ED62577}">
      <dsp:nvSpPr>
        <dsp:cNvPr id="0" name=""/>
        <dsp:cNvSpPr/>
      </dsp:nvSpPr>
      <dsp:spPr>
        <a:xfrm>
          <a:off x="4089471" y="2499065"/>
          <a:ext cx="3845476" cy="1172401"/>
        </a:xfrm>
        <a:prstGeom prst="rect">
          <a:avLst/>
        </a:prstGeom>
        <a:solidFill>
          <a:schemeClr val="bg1"/>
        </a:solidFill>
        <a:ln w="10795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15" tIns="18415" rIns="18415" bIns="1841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>
              <a:solidFill>
                <a:schemeClr val="tx1"/>
              </a:solidFill>
            </a:rPr>
            <a:t>Steam Turbine</a:t>
          </a:r>
        </a:p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>
              <a:solidFill>
                <a:schemeClr val="tx1"/>
              </a:solidFill>
            </a:rPr>
            <a:t>(Rotary)</a:t>
          </a:r>
        </a:p>
      </dsp:txBody>
      <dsp:txXfrm>
        <a:off x="4089471" y="2499065"/>
        <a:ext cx="3845476" cy="1172401"/>
      </dsp:txXfrm>
    </dsp:sp>
    <dsp:sp modelId="{D61CD7B7-1480-402A-AB58-3845AE873C0A}">
      <dsp:nvSpPr>
        <dsp:cNvPr id="0" name=""/>
        <dsp:cNvSpPr/>
      </dsp:nvSpPr>
      <dsp:spPr>
        <a:xfrm>
          <a:off x="4089471" y="3964567"/>
          <a:ext cx="3845476" cy="1172401"/>
        </a:xfrm>
        <a:prstGeom prst="rect">
          <a:avLst/>
        </a:prstGeom>
        <a:solidFill>
          <a:schemeClr val="bg1"/>
        </a:solidFill>
        <a:ln w="10795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15" tIns="18415" rIns="18415" bIns="1841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>
              <a:solidFill>
                <a:schemeClr val="tx1"/>
              </a:solidFill>
            </a:rPr>
            <a:t>Closed Cycle Gas Turbine</a:t>
          </a:r>
        </a:p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>
              <a:solidFill>
                <a:schemeClr val="tx1"/>
              </a:solidFill>
            </a:rPr>
            <a:t>(Rotary)</a:t>
          </a:r>
        </a:p>
      </dsp:txBody>
      <dsp:txXfrm>
        <a:off x="4089471" y="3964567"/>
        <a:ext cx="3845476" cy="117240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B12C09-A773-4D01-BBB6-42D531673036}">
      <dsp:nvSpPr>
        <dsp:cNvPr id="0" name=""/>
        <dsp:cNvSpPr/>
      </dsp:nvSpPr>
      <dsp:spPr>
        <a:xfrm>
          <a:off x="2658465" y="3242429"/>
          <a:ext cx="808272" cy="77007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404136" y="0"/>
              </a:lnTo>
              <a:lnTo>
                <a:pt x="404136" y="770076"/>
              </a:lnTo>
              <a:lnTo>
                <a:pt x="808272" y="770076"/>
              </a:lnTo>
            </a:path>
          </a:pathLst>
        </a:custGeom>
        <a:noFill/>
        <a:ln w="5715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034692" y="3599557"/>
        <a:ext cx="55819" cy="55819"/>
      </dsp:txXfrm>
    </dsp:sp>
    <dsp:sp modelId="{B710305F-E016-4962-B82F-47C6649A7C1B}">
      <dsp:nvSpPr>
        <dsp:cNvPr id="0" name=""/>
        <dsp:cNvSpPr/>
      </dsp:nvSpPr>
      <dsp:spPr>
        <a:xfrm>
          <a:off x="2658465" y="2472352"/>
          <a:ext cx="808272" cy="770076"/>
        </a:xfrm>
        <a:custGeom>
          <a:avLst/>
          <a:gdLst/>
          <a:ahLst/>
          <a:cxnLst/>
          <a:rect l="0" t="0" r="0" b="0"/>
          <a:pathLst>
            <a:path>
              <a:moveTo>
                <a:pt x="0" y="770076"/>
              </a:moveTo>
              <a:lnTo>
                <a:pt x="404136" y="770076"/>
              </a:lnTo>
              <a:lnTo>
                <a:pt x="404136" y="0"/>
              </a:lnTo>
              <a:lnTo>
                <a:pt x="808272" y="0"/>
              </a:lnTo>
            </a:path>
          </a:pathLst>
        </a:custGeom>
        <a:noFill/>
        <a:ln w="5715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034692" y="2829480"/>
        <a:ext cx="55819" cy="55819"/>
      </dsp:txXfrm>
    </dsp:sp>
    <dsp:sp modelId="{CBA33412-92C8-428C-A42B-41990B120A23}">
      <dsp:nvSpPr>
        <dsp:cNvPr id="0" name=""/>
        <dsp:cNvSpPr/>
      </dsp:nvSpPr>
      <dsp:spPr>
        <a:xfrm rot="16200000">
          <a:off x="-575662" y="2626367"/>
          <a:ext cx="5236133" cy="1232123"/>
        </a:xfrm>
        <a:prstGeom prst="rect">
          <a:avLst/>
        </a:prstGeom>
        <a:solidFill>
          <a:schemeClr val="bg1"/>
        </a:solidFill>
        <a:ln w="10795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>
              <a:solidFill>
                <a:schemeClr val="tx1"/>
              </a:solidFill>
            </a:rPr>
            <a:t>Internal Combustion Engines</a:t>
          </a:r>
        </a:p>
      </dsp:txBody>
      <dsp:txXfrm>
        <a:off x="-575662" y="2626367"/>
        <a:ext cx="5236133" cy="1232123"/>
      </dsp:txXfrm>
    </dsp:sp>
    <dsp:sp modelId="{8C8327D2-CCC1-4228-A706-191D2858B31D}">
      <dsp:nvSpPr>
        <dsp:cNvPr id="0" name=""/>
        <dsp:cNvSpPr/>
      </dsp:nvSpPr>
      <dsp:spPr>
        <a:xfrm>
          <a:off x="3466738" y="1856290"/>
          <a:ext cx="4406904" cy="1232123"/>
        </a:xfrm>
        <a:prstGeom prst="rect">
          <a:avLst/>
        </a:prstGeom>
        <a:solidFill>
          <a:schemeClr val="bg1"/>
        </a:solidFill>
        <a:ln w="10795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>
              <a:solidFill>
                <a:schemeClr val="tx1"/>
              </a:solidFill>
            </a:rPr>
            <a:t>I. C. Engines</a:t>
          </a:r>
        </a:p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>
              <a:solidFill>
                <a:schemeClr val="tx1"/>
              </a:solidFill>
            </a:rPr>
            <a:t>(Reciprocating)</a:t>
          </a:r>
        </a:p>
      </dsp:txBody>
      <dsp:txXfrm>
        <a:off x="3466738" y="1856290"/>
        <a:ext cx="4406904" cy="1232123"/>
      </dsp:txXfrm>
    </dsp:sp>
    <dsp:sp modelId="{D61CD7B7-1480-402A-AB58-3845AE873C0A}">
      <dsp:nvSpPr>
        <dsp:cNvPr id="0" name=""/>
        <dsp:cNvSpPr/>
      </dsp:nvSpPr>
      <dsp:spPr>
        <a:xfrm>
          <a:off x="3466738" y="3396444"/>
          <a:ext cx="4461180" cy="1232123"/>
        </a:xfrm>
        <a:prstGeom prst="rect">
          <a:avLst/>
        </a:prstGeom>
        <a:solidFill>
          <a:schemeClr val="bg1"/>
        </a:solidFill>
        <a:ln w="10795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>
              <a:solidFill>
                <a:schemeClr val="tx1"/>
              </a:solidFill>
            </a:rPr>
            <a:t>Open Cycle Gas Turbine</a:t>
          </a:r>
        </a:p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>
              <a:solidFill>
                <a:schemeClr val="tx1"/>
              </a:solidFill>
            </a:rPr>
            <a:t>(Rotary)</a:t>
          </a:r>
        </a:p>
      </dsp:txBody>
      <dsp:txXfrm>
        <a:off x="3466738" y="3396444"/>
        <a:ext cx="4461180" cy="123212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9C2A0F-DD18-4D8E-8C83-A6F32888CCBC}" type="datetimeFigureOut">
              <a:rPr lang="en-IN" smtClean="0"/>
              <a:t>04-04-2024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2B4456-79F6-4813-A63B-D4253474F1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8345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2B4456-79F6-4813-A63B-D4253474F180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41730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E4831-481F-4AF1-9D8E-170CD6E1C3F5}" type="datetimeFigureOut">
              <a:rPr lang="en-IN" smtClean="0"/>
              <a:pPr/>
              <a:t>04-04-2024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1CE39-2868-44A2-A0C6-827D458F7A8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6396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E4831-481F-4AF1-9D8E-170CD6E1C3F5}" type="datetimeFigureOut">
              <a:rPr lang="en-IN" smtClean="0"/>
              <a:pPr/>
              <a:t>04-04-2024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1CE39-2868-44A2-A0C6-827D458F7A8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1021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E4831-481F-4AF1-9D8E-170CD6E1C3F5}" type="datetimeFigureOut">
              <a:rPr lang="en-IN" smtClean="0"/>
              <a:pPr/>
              <a:t>04-04-2024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1CE39-2868-44A2-A0C6-827D458F7A8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7244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E4831-481F-4AF1-9D8E-170CD6E1C3F5}" type="datetimeFigureOut">
              <a:rPr lang="en-IN" smtClean="0"/>
              <a:pPr/>
              <a:t>04-04-2024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1CE39-2868-44A2-A0C6-827D458F7A8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0009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E4831-481F-4AF1-9D8E-170CD6E1C3F5}" type="datetimeFigureOut">
              <a:rPr lang="en-IN" smtClean="0"/>
              <a:pPr/>
              <a:t>04-04-2024</a:t>
            </a:fld>
            <a:endParaRPr lang="en-IN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1CE39-2868-44A2-A0C6-827D458F7A8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9948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E4831-481F-4AF1-9D8E-170CD6E1C3F5}" type="datetimeFigureOut">
              <a:rPr lang="en-IN" smtClean="0"/>
              <a:pPr/>
              <a:t>04-04-2024</a:t>
            </a:fld>
            <a:endParaRPr lang="en-IN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1CE39-2868-44A2-A0C6-827D458F7A8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91626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E4831-481F-4AF1-9D8E-170CD6E1C3F5}" type="datetimeFigureOut">
              <a:rPr lang="en-IN" smtClean="0"/>
              <a:pPr/>
              <a:t>04-04-2024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1CE39-2868-44A2-A0C6-827D458F7A8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75179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E4831-481F-4AF1-9D8E-170CD6E1C3F5}" type="datetimeFigureOut">
              <a:rPr lang="en-IN" smtClean="0"/>
              <a:pPr/>
              <a:t>04-04-2024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1CE39-2868-44A2-A0C6-827D458F7A8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0467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E4831-481F-4AF1-9D8E-170CD6E1C3F5}" type="datetimeFigureOut">
              <a:rPr lang="en-IN" smtClean="0"/>
              <a:pPr/>
              <a:t>04-04-2024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1CE39-2868-44A2-A0C6-827D458F7A8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7702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E4831-481F-4AF1-9D8E-170CD6E1C3F5}" type="datetimeFigureOut">
              <a:rPr lang="en-IN" smtClean="0"/>
              <a:pPr/>
              <a:t>04-04-2024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1CE39-2868-44A2-A0C6-827D458F7A8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5258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E4831-481F-4AF1-9D8E-170CD6E1C3F5}" type="datetimeFigureOut">
              <a:rPr lang="en-IN" smtClean="0"/>
              <a:pPr/>
              <a:t>04-04-2024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1CE39-2868-44A2-A0C6-827D458F7A8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5232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FB6E4831-481F-4AF1-9D8E-170CD6E1C3F5}" type="datetimeFigureOut">
              <a:rPr lang="en-IN" smtClean="0"/>
              <a:pPr/>
              <a:t>04-04-2024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9C11CE39-2868-44A2-A0C6-827D458F7A8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9974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/>
          <p:cNvSpPr txBox="1">
            <a:spLocks/>
          </p:cNvSpPr>
          <p:nvPr/>
        </p:nvSpPr>
        <p:spPr>
          <a:xfrm>
            <a:off x="1069848" y="850505"/>
            <a:ext cx="7315200" cy="44794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None/>
              <a:defRPr sz="2200" kern="1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7200" b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FC360D0-60E8-426B-A452-3178AFFA7A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74171" y="1755103"/>
            <a:ext cx="9296399" cy="1771867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Basic Mechanical Engineering</a:t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828120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29C447D-4BF2-41D7-9819-8D88EA6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23837"/>
            <a:ext cx="3425371" cy="4601183"/>
          </a:xfrm>
        </p:spPr>
        <p:txBody>
          <a:bodyPr/>
          <a:lstStyle/>
          <a:p>
            <a:r>
              <a:rPr lang="en-IN" dirty="0"/>
              <a:t>Prime Movers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6C28F71-07C5-40BF-BF43-4D386C21D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6001" y="0"/>
            <a:ext cx="8200570" cy="6858000"/>
          </a:xfrm>
        </p:spPr>
        <p:txBody>
          <a:bodyPr>
            <a:normAutofit/>
          </a:bodyPr>
          <a:lstStyle/>
          <a:p>
            <a:pPr marL="0" lvl="3" indent="0" algn="just">
              <a:lnSpc>
                <a:spcPct val="150000"/>
              </a:lnSpc>
              <a:buNone/>
            </a:pPr>
            <a:endParaRPr lang="en-US" sz="2000" dirty="0">
              <a:solidFill>
                <a:schemeClr val="tx1"/>
              </a:solidFill>
            </a:endParaRPr>
          </a:p>
          <a:p>
            <a:pPr marL="342900" lvl="3" indent="-342900" algn="just"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</a:rPr>
              <a:t>The human society has been using energy in various forms for carrying out all of its activities.</a:t>
            </a:r>
          </a:p>
          <a:p>
            <a:pPr marL="342900" lvl="3" indent="-342900" algn="just"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</a:rPr>
              <a:t>Man is using energy practically for doing everything like cook, to run household appliances, to do work, to run machines etc.</a:t>
            </a:r>
          </a:p>
          <a:p>
            <a:pPr marL="342900" lvl="3" indent="-342900" algn="just"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</a:rPr>
              <a:t>Most of energy that we have been using now mainly comes from natural sources like petrol, coal, natural gas etc.</a:t>
            </a:r>
          </a:p>
          <a:p>
            <a:pPr marL="342900" lvl="3" indent="-342900" algn="just">
              <a:lnSpc>
                <a:spcPct val="150000"/>
              </a:lnSpc>
            </a:pPr>
            <a:r>
              <a:rPr lang="en-US" sz="2000" b="1" dirty="0">
                <a:solidFill>
                  <a:schemeClr val="tx1"/>
                </a:solidFill>
              </a:rPr>
              <a:t>Prime mover</a:t>
            </a:r>
            <a:r>
              <a:rPr lang="en-US" sz="2000" dirty="0">
                <a:solidFill>
                  <a:schemeClr val="tx1"/>
                </a:solidFill>
              </a:rPr>
              <a:t> is a device which converts natural source of energy into mechanical energy or useful work.</a:t>
            </a:r>
          </a:p>
          <a:p>
            <a:pPr marL="0" lvl="3" indent="0" algn="just">
              <a:lnSpc>
                <a:spcPct val="150000"/>
              </a:lnSpc>
              <a:buNone/>
            </a:pPr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2480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29C447D-4BF2-41D7-9819-8D88EA6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23837"/>
            <a:ext cx="3425371" cy="4601183"/>
          </a:xfrm>
        </p:spPr>
        <p:txBody>
          <a:bodyPr/>
          <a:lstStyle/>
          <a:p>
            <a:r>
              <a:rPr lang="en-IN" dirty="0"/>
              <a:t>Types of Prime Movers</a:t>
            </a:r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238777822"/>
              </p:ext>
            </p:extLst>
          </p:nvPr>
        </p:nvGraphicFramePr>
        <p:xfrm>
          <a:off x="3543300" y="1123837"/>
          <a:ext cx="8201025" cy="44185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943627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29C447D-4BF2-41D7-9819-8D88EA6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23837"/>
            <a:ext cx="3425371" cy="4601183"/>
          </a:xfrm>
        </p:spPr>
        <p:txBody>
          <a:bodyPr/>
          <a:lstStyle/>
          <a:p>
            <a:r>
              <a:rPr lang="en-IN" dirty="0"/>
              <a:t>Types of Prime Movers</a:t>
            </a:r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839735926"/>
              </p:ext>
            </p:extLst>
          </p:nvPr>
        </p:nvGraphicFramePr>
        <p:xfrm>
          <a:off x="1971674" y="324874"/>
          <a:ext cx="10025773" cy="61991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56918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29C447D-4BF2-41D7-9819-8D88EA6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23837"/>
            <a:ext cx="3425371" cy="4601183"/>
          </a:xfrm>
        </p:spPr>
        <p:txBody>
          <a:bodyPr/>
          <a:lstStyle/>
          <a:p>
            <a:r>
              <a:rPr lang="en-IN" dirty="0"/>
              <a:t>Types of Prime Movers</a:t>
            </a:r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1715806431"/>
              </p:ext>
            </p:extLst>
          </p:nvPr>
        </p:nvGraphicFramePr>
        <p:xfrm>
          <a:off x="1535231" y="224971"/>
          <a:ext cx="10656769" cy="63989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68078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29C447D-4BF2-41D7-9819-8D88EA6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23837"/>
            <a:ext cx="3425371" cy="4601183"/>
          </a:xfrm>
        </p:spPr>
        <p:txBody>
          <a:bodyPr/>
          <a:lstStyle/>
          <a:p>
            <a:r>
              <a:rPr lang="en-IN" dirty="0"/>
              <a:t>Types of Prime Movers</a:t>
            </a:r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637267625"/>
              </p:ext>
            </p:extLst>
          </p:nvPr>
        </p:nvGraphicFramePr>
        <p:xfrm>
          <a:off x="2257425" y="314325"/>
          <a:ext cx="9869142" cy="63292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139769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29C447D-4BF2-41D7-9819-8D88EA6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23837"/>
            <a:ext cx="3425371" cy="4601183"/>
          </a:xfrm>
        </p:spPr>
        <p:txBody>
          <a:bodyPr/>
          <a:lstStyle/>
          <a:p>
            <a:r>
              <a:rPr lang="en-IN" dirty="0"/>
              <a:t>Types of Prime Movers</a:t>
            </a:r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841848601"/>
              </p:ext>
            </p:extLst>
          </p:nvPr>
        </p:nvGraphicFramePr>
        <p:xfrm>
          <a:off x="2109077" y="339161"/>
          <a:ext cx="10082923" cy="61705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683489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29C447D-4BF2-41D7-9819-8D88EA6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23837"/>
            <a:ext cx="3425371" cy="4601183"/>
          </a:xfrm>
        </p:spPr>
        <p:txBody>
          <a:bodyPr/>
          <a:lstStyle/>
          <a:p>
            <a:r>
              <a:rPr lang="en-IN" dirty="0"/>
              <a:t>Types of Prime Movers</a:t>
            </a:r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2220205165"/>
              </p:ext>
            </p:extLst>
          </p:nvPr>
        </p:nvGraphicFramePr>
        <p:xfrm>
          <a:off x="2514599" y="181999"/>
          <a:ext cx="9354261" cy="64848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170951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29C447D-4BF2-41D7-9819-8D88EA6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23837"/>
            <a:ext cx="3425371" cy="4601183"/>
          </a:xfrm>
        </p:spPr>
        <p:txBody>
          <a:bodyPr/>
          <a:lstStyle/>
          <a:p>
            <a:r>
              <a:rPr lang="en-IN" dirty="0"/>
              <a:t>Force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6C28F71-07C5-40BF-BF43-4D386C21D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6001" y="0"/>
            <a:ext cx="8200570" cy="6858000"/>
          </a:xfrm>
        </p:spPr>
        <p:txBody>
          <a:bodyPr>
            <a:normAutofit/>
          </a:bodyPr>
          <a:lstStyle/>
          <a:p>
            <a:pPr marL="342900" lvl="3" indent="-342900" algn="just">
              <a:lnSpc>
                <a:spcPct val="150000"/>
              </a:lnSpc>
            </a:pPr>
            <a:r>
              <a:rPr lang="en-US" sz="2000" b="1" dirty="0">
                <a:solidFill>
                  <a:schemeClr val="tx1"/>
                </a:solidFill>
              </a:rPr>
              <a:t>Force:</a:t>
            </a:r>
            <a:r>
              <a:rPr lang="en-US" sz="2000" dirty="0">
                <a:solidFill>
                  <a:schemeClr val="tx1"/>
                </a:solidFill>
              </a:rPr>
              <a:t> It is the product of mass and acceleration of body upon which it is applied.</a:t>
            </a:r>
          </a:p>
          <a:p>
            <a:pPr marL="1257300" lvl="5" indent="-342900" algn="just"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</a:rPr>
              <a:t>As per newton’s second law of motion</a:t>
            </a:r>
          </a:p>
          <a:p>
            <a:pPr marL="0" lvl="3" indent="0" algn="just">
              <a:lnSpc>
                <a:spcPct val="150000"/>
              </a:lnSpc>
              <a:buNone/>
            </a:pPr>
            <a:r>
              <a:rPr lang="en-US" sz="2000" dirty="0">
                <a:solidFill>
                  <a:schemeClr val="tx1"/>
                </a:solidFill>
              </a:rPr>
              <a:t>		F </a:t>
            </a:r>
            <a:r>
              <a:rPr lang="el-GR" sz="2000" dirty="0">
                <a:solidFill>
                  <a:schemeClr val="tx1"/>
                </a:solidFill>
              </a:rPr>
              <a:t>α</a:t>
            </a:r>
            <a:r>
              <a:rPr lang="en-US" sz="2000" dirty="0">
                <a:solidFill>
                  <a:schemeClr val="tx1"/>
                </a:solidFill>
              </a:rPr>
              <a:t> a</a:t>
            </a:r>
          </a:p>
          <a:p>
            <a:pPr marL="0" lvl="3" indent="0" algn="just">
              <a:lnSpc>
                <a:spcPct val="150000"/>
              </a:lnSpc>
              <a:buNone/>
            </a:pPr>
            <a:r>
              <a:rPr lang="en-US" sz="2000" dirty="0">
                <a:solidFill>
                  <a:schemeClr val="tx1"/>
                </a:solidFill>
              </a:rPr>
              <a:t>		F = ma</a:t>
            </a:r>
          </a:p>
          <a:p>
            <a:pPr marL="0" lvl="3" indent="0" algn="just">
              <a:lnSpc>
                <a:spcPct val="150000"/>
              </a:lnSpc>
              <a:buNone/>
            </a:pPr>
            <a:r>
              <a:rPr lang="en-US" sz="2000" dirty="0">
                <a:solidFill>
                  <a:schemeClr val="tx1"/>
                </a:solidFill>
              </a:rPr>
              <a:t>	Where m = mass of body in kg</a:t>
            </a:r>
          </a:p>
          <a:p>
            <a:pPr marL="342900" lvl="3" indent="-342900" algn="just"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</a:rPr>
              <a:t>SI unit of mass is kg and acceleration is m/s</a:t>
            </a:r>
            <a:r>
              <a:rPr lang="en-US" sz="2000" baseline="30000" dirty="0">
                <a:solidFill>
                  <a:schemeClr val="tx1"/>
                </a:solidFill>
              </a:rPr>
              <a:t>2</a:t>
            </a:r>
            <a:r>
              <a:rPr lang="en-US" sz="2000" dirty="0">
                <a:solidFill>
                  <a:schemeClr val="tx1"/>
                </a:solidFill>
              </a:rPr>
              <a:t> so, SI unit of force is Newton (N).</a:t>
            </a:r>
          </a:p>
          <a:p>
            <a:pPr marL="0" lvl="3" indent="0" algn="just">
              <a:lnSpc>
                <a:spcPct val="150000"/>
              </a:lnSpc>
              <a:buNone/>
            </a:pPr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7900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29C447D-4BF2-41D7-9819-8D88EA6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23837"/>
            <a:ext cx="3425371" cy="4601183"/>
          </a:xfrm>
        </p:spPr>
        <p:txBody>
          <a:bodyPr/>
          <a:lstStyle/>
          <a:p>
            <a:r>
              <a:rPr lang="en-IN" dirty="0"/>
              <a:t>Weight and Mass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6C28F71-07C5-40BF-BF43-4D386C21D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6001" y="0"/>
            <a:ext cx="8200570" cy="6858000"/>
          </a:xfrm>
        </p:spPr>
        <p:txBody>
          <a:bodyPr>
            <a:normAutofit/>
          </a:bodyPr>
          <a:lstStyle/>
          <a:p>
            <a:pPr marL="342900" lvl="3" indent="-342900" algn="just">
              <a:lnSpc>
                <a:spcPct val="150000"/>
              </a:lnSpc>
            </a:pPr>
            <a:r>
              <a:rPr lang="en-US" sz="2000" b="1" dirty="0">
                <a:solidFill>
                  <a:schemeClr val="tx1"/>
                </a:solidFill>
              </a:rPr>
              <a:t>Weight:</a:t>
            </a:r>
            <a:r>
              <a:rPr lang="en-US" sz="2000" dirty="0">
                <a:solidFill>
                  <a:schemeClr val="tx1"/>
                </a:solidFill>
              </a:rPr>
              <a:t> It is force exerted by gravity</a:t>
            </a:r>
          </a:p>
          <a:p>
            <a:pPr marL="0" lvl="3" indent="0" algn="just">
              <a:lnSpc>
                <a:spcPct val="150000"/>
              </a:lnSpc>
              <a:buNone/>
            </a:pPr>
            <a:r>
              <a:rPr lang="en-US" sz="2000" dirty="0">
                <a:solidFill>
                  <a:schemeClr val="tx1"/>
                </a:solidFill>
              </a:rPr>
              <a:t>	Weight = Mass x Gravitational acceleration</a:t>
            </a:r>
          </a:p>
          <a:p>
            <a:pPr marL="0" lvl="3" indent="0" algn="just">
              <a:lnSpc>
                <a:spcPct val="150000"/>
              </a:lnSpc>
              <a:buNone/>
            </a:pPr>
            <a:r>
              <a:rPr lang="en-US" sz="2000" dirty="0">
                <a:solidFill>
                  <a:schemeClr val="tx1"/>
                </a:solidFill>
              </a:rPr>
              <a:t>		W = m x g</a:t>
            </a:r>
          </a:p>
          <a:p>
            <a:pPr marL="342900" lvl="3" indent="-342900" algn="just">
              <a:lnSpc>
                <a:spcPct val="150000"/>
              </a:lnSpc>
            </a:pPr>
            <a:endParaRPr lang="en-US" sz="2000" dirty="0">
              <a:solidFill>
                <a:schemeClr val="tx1"/>
              </a:solidFill>
            </a:endParaRPr>
          </a:p>
          <a:p>
            <a:pPr marL="342900" lvl="3" indent="-342900" algn="just">
              <a:lnSpc>
                <a:spcPct val="150000"/>
              </a:lnSpc>
            </a:pPr>
            <a:r>
              <a:rPr lang="en-US" sz="2000" b="1" dirty="0">
                <a:solidFill>
                  <a:schemeClr val="tx1"/>
                </a:solidFill>
              </a:rPr>
              <a:t>Mass:</a:t>
            </a:r>
            <a:r>
              <a:rPr lang="en-US" sz="2000" dirty="0">
                <a:solidFill>
                  <a:schemeClr val="tx1"/>
                </a:solidFill>
              </a:rPr>
              <a:t> Mass is the quantity of matter and it is constant.</a:t>
            </a:r>
          </a:p>
          <a:p>
            <a:pPr marL="0" lvl="3" indent="0" algn="just">
              <a:lnSpc>
                <a:spcPct val="150000"/>
              </a:lnSpc>
              <a:buNone/>
            </a:pPr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6058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29C447D-4BF2-41D7-9819-8D88EA6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23837"/>
            <a:ext cx="3425371" cy="4601183"/>
          </a:xfrm>
        </p:spPr>
        <p:txBody>
          <a:bodyPr/>
          <a:lstStyle/>
          <a:p>
            <a:r>
              <a:rPr lang="en-IN" dirty="0"/>
              <a:t>Pressure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6C28F71-07C5-40BF-BF43-4D386C21D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6001" y="0"/>
            <a:ext cx="8200570" cy="6858000"/>
          </a:xfrm>
        </p:spPr>
        <p:txBody>
          <a:bodyPr>
            <a:normAutofit/>
          </a:bodyPr>
          <a:lstStyle/>
          <a:p>
            <a:pPr marL="342900" lvl="3" indent="-342900" algn="just">
              <a:lnSpc>
                <a:spcPct val="150000"/>
              </a:lnSpc>
            </a:pPr>
            <a:r>
              <a:rPr lang="en-US" sz="2000" b="1" dirty="0">
                <a:solidFill>
                  <a:schemeClr val="tx1"/>
                </a:solidFill>
              </a:rPr>
              <a:t>Pressure:</a:t>
            </a:r>
            <a:r>
              <a:rPr lang="en-US" sz="2000" dirty="0">
                <a:solidFill>
                  <a:schemeClr val="tx1"/>
                </a:solidFill>
              </a:rPr>
              <a:t> It is the force per unit area.</a:t>
            </a:r>
          </a:p>
          <a:p>
            <a:pPr marL="0" lvl="3" indent="0" algn="just">
              <a:lnSpc>
                <a:spcPct val="150000"/>
              </a:lnSpc>
              <a:buNone/>
            </a:pPr>
            <a:r>
              <a:rPr lang="en-US" sz="2000" dirty="0">
                <a:solidFill>
                  <a:schemeClr val="tx1"/>
                </a:solidFill>
              </a:rPr>
              <a:t>		P = F / A</a:t>
            </a:r>
          </a:p>
          <a:p>
            <a:pPr marL="342900" lvl="3" indent="-342900" algn="just"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</a:rPr>
              <a:t>SI unit of pressure is N / m</a:t>
            </a:r>
            <a:r>
              <a:rPr lang="en-US" sz="2000" baseline="30000" dirty="0">
                <a:solidFill>
                  <a:schemeClr val="tx1"/>
                </a:solidFill>
              </a:rPr>
              <a:t>2</a:t>
            </a:r>
            <a:r>
              <a:rPr lang="en-US" sz="2000" dirty="0">
                <a:solidFill>
                  <a:schemeClr val="tx1"/>
                </a:solidFill>
              </a:rPr>
              <a:t> or Pascal (Pa).</a:t>
            </a:r>
          </a:p>
          <a:p>
            <a:pPr marL="342900" lvl="3" indent="-342900" algn="just"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</a:rPr>
              <a:t>Pressure is measured by pressure gauge is called Gauge Pressure.</a:t>
            </a:r>
          </a:p>
          <a:p>
            <a:pPr marL="342900" lvl="3" indent="-342900" algn="just"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</a:rPr>
              <a:t>Pressure gauge, Manometers </a:t>
            </a:r>
            <a:r>
              <a:rPr lang="en-US" sz="2000" dirty="0" err="1">
                <a:solidFill>
                  <a:schemeClr val="tx1"/>
                </a:solidFill>
              </a:rPr>
              <a:t>etc</a:t>
            </a:r>
            <a:r>
              <a:rPr lang="en-US" sz="2000" dirty="0">
                <a:solidFill>
                  <a:schemeClr val="tx1"/>
                </a:solidFill>
              </a:rPr>
              <a:t> are used to measure gauge pressure.</a:t>
            </a:r>
          </a:p>
          <a:p>
            <a:pPr marL="342900" lvl="3" indent="-342900" algn="just"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</a:rPr>
              <a:t>Barometer is used to measure atmospheric pressure.</a:t>
            </a:r>
          </a:p>
          <a:p>
            <a:pPr marL="342900" lvl="3" indent="-342900" algn="just"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</a:rPr>
              <a:t>Standard atmospheric pressure is 1.01325 bar.</a:t>
            </a:r>
          </a:p>
          <a:p>
            <a:pPr marL="342900" lvl="3" indent="-342900" algn="just"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</a:rPr>
              <a:t>1 bar = 10</a:t>
            </a:r>
            <a:r>
              <a:rPr lang="en-US" sz="2000" baseline="30000" dirty="0">
                <a:solidFill>
                  <a:schemeClr val="tx1"/>
                </a:solidFill>
              </a:rPr>
              <a:t>5</a:t>
            </a:r>
            <a:r>
              <a:rPr lang="en-US" sz="2000" dirty="0">
                <a:solidFill>
                  <a:schemeClr val="tx1"/>
                </a:solidFill>
              </a:rPr>
              <a:t> Pa</a:t>
            </a:r>
          </a:p>
          <a:p>
            <a:pPr marL="0" lvl="3" indent="0" algn="just">
              <a:lnSpc>
                <a:spcPct val="150000"/>
              </a:lnSpc>
              <a:buNone/>
            </a:pPr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688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29C447D-4BF2-41D7-9819-8D88EA6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23837"/>
            <a:ext cx="3425371" cy="4601183"/>
          </a:xfrm>
        </p:spPr>
        <p:txBody>
          <a:bodyPr/>
          <a:lstStyle/>
          <a:p>
            <a:r>
              <a:rPr lang="en-IN" dirty="0"/>
              <a:t>Work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6C28F71-07C5-40BF-BF43-4D386C21D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6001" y="0"/>
            <a:ext cx="8200570" cy="6858000"/>
          </a:xfrm>
        </p:spPr>
        <p:txBody>
          <a:bodyPr>
            <a:normAutofit/>
          </a:bodyPr>
          <a:lstStyle/>
          <a:p>
            <a:pPr marL="342900" lvl="3" indent="-342900" algn="just">
              <a:lnSpc>
                <a:spcPct val="150000"/>
              </a:lnSpc>
            </a:pPr>
            <a:r>
              <a:rPr lang="en-US" sz="2000" b="1" dirty="0">
                <a:solidFill>
                  <a:schemeClr val="tx1"/>
                </a:solidFill>
              </a:rPr>
              <a:t>Work:</a:t>
            </a:r>
            <a:r>
              <a:rPr lang="en-US" sz="2000" dirty="0">
                <a:solidFill>
                  <a:schemeClr val="tx1"/>
                </a:solidFill>
              </a:rPr>
              <a:t> work done is the product of force and the distance it moves in the direction of force.</a:t>
            </a:r>
          </a:p>
          <a:p>
            <a:pPr marL="0" lvl="3" indent="0" algn="just">
              <a:lnSpc>
                <a:spcPct val="150000"/>
              </a:lnSpc>
              <a:buNone/>
            </a:pPr>
            <a:r>
              <a:rPr lang="en-US" sz="2000" dirty="0">
                <a:solidFill>
                  <a:schemeClr val="tx1"/>
                </a:solidFill>
              </a:rPr>
              <a:t>		W = Force x Distance</a:t>
            </a:r>
          </a:p>
          <a:p>
            <a:pPr marL="342900" lvl="3" indent="-342900" algn="just"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</a:rPr>
              <a:t>If work is done by the system then it is positive work.</a:t>
            </a:r>
          </a:p>
          <a:p>
            <a:pPr marL="342900" lvl="3" indent="-342900" algn="just"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</a:rPr>
              <a:t>If work is done on the system then it is negative.</a:t>
            </a:r>
          </a:p>
          <a:p>
            <a:pPr marL="342900" lvl="3" indent="-342900" algn="just"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</a:rPr>
              <a:t>SI unit of work done is Nm or Joule (J).</a:t>
            </a:r>
          </a:p>
          <a:p>
            <a:pPr marL="342900" lvl="3" indent="-342900" algn="just">
              <a:lnSpc>
                <a:spcPct val="150000"/>
              </a:lnSpc>
            </a:pPr>
            <a:endParaRPr lang="en-US" sz="2000" dirty="0">
              <a:solidFill>
                <a:schemeClr val="tx1"/>
              </a:solidFill>
            </a:endParaRPr>
          </a:p>
          <a:p>
            <a:pPr marL="342900" lvl="3" indent="-342900" algn="just">
              <a:lnSpc>
                <a:spcPct val="150000"/>
              </a:lnSpc>
            </a:pPr>
            <a:endParaRPr lang="en-US" sz="2000" dirty="0">
              <a:solidFill>
                <a:schemeClr val="tx1"/>
              </a:solidFill>
            </a:endParaRPr>
          </a:p>
          <a:p>
            <a:pPr marL="342900" lvl="3" indent="-342900" algn="just">
              <a:lnSpc>
                <a:spcPct val="150000"/>
              </a:lnSpc>
            </a:pPr>
            <a:endParaRPr lang="en-US" sz="2000" dirty="0">
              <a:solidFill>
                <a:schemeClr val="tx1"/>
              </a:solidFill>
            </a:endParaRPr>
          </a:p>
          <a:p>
            <a:pPr marL="342900" lvl="3" indent="-342900" algn="just">
              <a:lnSpc>
                <a:spcPct val="150000"/>
              </a:lnSpc>
            </a:pPr>
            <a:endParaRPr lang="en-US" sz="2000" dirty="0">
              <a:solidFill>
                <a:schemeClr val="tx1"/>
              </a:solidFill>
            </a:endParaRPr>
          </a:p>
          <a:p>
            <a:pPr marL="342900" lvl="3" indent="-342900" algn="just">
              <a:lnSpc>
                <a:spcPct val="150000"/>
              </a:lnSpc>
            </a:pPr>
            <a:endParaRPr lang="en-US" sz="2000" dirty="0">
              <a:solidFill>
                <a:schemeClr val="tx1"/>
              </a:solidFill>
            </a:endParaRPr>
          </a:p>
          <a:p>
            <a:pPr marL="0" lvl="3" indent="0" algn="just">
              <a:lnSpc>
                <a:spcPct val="150000"/>
              </a:lnSpc>
              <a:buNone/>
            </a:pPr>
            <a:endParaRPr lang="en-US" sz="2000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544DAF-A5C7-41BD-A173-7499063D02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936" y="3424428"/>
            <a:ext cx="3270703" cy="3270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610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29C447D-4BF2-41D7-9819-8D88EA6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23837"/>
            <a:ext cx="3425371" cy="4601183"/>
          </a:xfrm>
        </p:spPr>
        <p:txBody>
          <a:bodyPr/>
          <a:lstStyle/>
          <a:p>
            <a:r>
              <a:rPr lang="en-IN" dirty="0"/>
              <a:t>Power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6C28F71-07C5-40BF-BF43-4D386C21D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6001" y="0"/>
            <a:ext cx="8200570" cy="6858000"/>
          </a:xfrm>
        </p:spPr>
        <p:txBody>
          <a:bodyPr>
            <a:normAutofit/>
          </a:bodyPr>
          <a:lstStyle/>
          <a:p>
            <a:pPr marL="342900" lvl="3" indent="-342900" algn="just">
              <a:lnSpc>
                <a:spcPct val="150000"/>
              </a:lnSpc>
            </a:pPr>
            <a:r>
              <a:rPr lang="en-US" sz="2000" b="1" dirty="0">
                <a:solidFill>
                  <a:schemeClr val="tx1"/>
                </a:solidFill>
              </a:rPr>
              <a:t>Power:</a:t>
            </a:r>
            <a:r>
              <a:rPr lang="en-US" sz="2000" dirty="0">
                <a:solidFill>
                  <a:schemeClr val="tx1"/>
                </a:solidFill>
              </a:rPr>
              <a:t> It is defined as the rate of doing work or work done per unit time.</a:t>
            </a:r>
          </a:p>
          <a:p>
            <a:pPr marL="0" lvl="3" indent="0" algn="just">
              <a:lnSpc>
                <a:spcPct val="150000"/>
              </a:lnSpc>
              <a:buNone/>
            </a:pPr>
            <a:r>
              <a:rPr lang="en-US" sz="2000" dirty="0">
                <a:solidFill>
                  <a:schemeClr val="tx1"/>
                </a:solidFill>
              </a:rPr>
              <a:t>		P = Work done / Time</a:t>
            </a:r>
          </a:p>
          <a:p>
            <a:pPr marL="342900" lvl="3" indent="-342900" algn="just"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</a:rPr>
              <a:t>SI unit of power is Joule / Second or Watt (W)</a:t>
            </a:r>
          </a:p>
        </p:txBody>
      </p:sp>
    </p:spTree>
    <p:extLst>
      <p:ext uri="{BB962C8B-B14F-4D97-AF65-F5344CB8AC3E}">
        <p14:creationId xmlns:p14="http://schemas.microsoft.com/office/powerpoint/2010/main" val="3318751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29C447D-4BF2-41D7-9819-8D88EA6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23837"/>
            <a:ext cx="3425371" cy="4601183"/>
          </a:xfrm>
        </p:spPr>
        <p:txBody>
          <a:bodyPr/>
          <a:lstStyle/>
          <a:p>
            <a:r>
              <a:rPr lang="en-IN" dirty="0"/>
              <a:t>Energy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6C28F71-07C5-40BF-BF43-4D386C21D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6001" y="0"/>
            <a:ext cx="8200570" cy="6858000"/>
          </a:xfrm>
        </p:spPr>
        <p:txBody>
          <a:bodyPr>
            <a:normAutofit/>
          </a:bodyPr>
          <a:lstStyle/>
          <a:p>
            <a:pPr marL="342900" lvl="3" indent="-342900" algn="just">
              <a:lnSpc>
                <a:spcPct val="150000"/>
              </a:lnSpc>
            </a:pPr>
            <a:r>
              <a:rPr lang="en-US" sz="2000" b="1" dirty="0">
                <a:solidFill>
                  <a:schemeClr val="tx1"/>
                </a:solidFill>
              </a:rPr>
              <a:t>Energy: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</a:p>
          <a:p>
            <a:pPr marL="457200" lvl="4" indent="0" algn="just">
              <a:lnSpc>
                <a:spcPct val="150000"/>
              </a:lnSpc>
              <a:buNone/>
            </a:pPr>
            <a:r>
              <a:rPr lang="en-US" sz="2000" dirty="0">
                <a:solidFill>
                  <a:schemeClr val="tx1"/>
                </a:solidFill>
              </a:rPr>
              <a:t>	Energy, a word derived from the Greek word “Energeia”, means capacity for doing work.</a:t>
            </a:r>
          </a:p>
          <a:p>
            <a:pPr marL="342900" lvl="3" indent="-342900" algn="just"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</a:rPr>
              <a:t>The different forms of energies are Mechanical energy, Electrical Energy, Chemical Energy, Thermal or Heat Energy, Nuclear Energy.</a:t>
            </a:r>
          </a:p>
          <a:p>
            <a:pPr marL="342900" lvl="3" indent="-342900" algn="just">
              <a:lnSpc>
                <a:spcPct val="150000"/>
              </a:lnSpc>
            </a:pPr>
            <a:r>
              <a:rPr lang="en-US" sz="2000" b="1" dirty="0">
                <a:solidFill>
                  <a:schemeClr val="tx1"/>
                </a:solidFill>
              </a:rPr>
              <a:t>The Law of conservation of Energy : </a:t>
            </a:r>
          </a:p>
          <a:p>
            <a:pPr marL="457200" lvl="4" indent="0" algn="just">
              <a:lnSpc>
                <a:spcPct val="150000"/>
              </a:lnSpc>
              <a:buNone/>
            </a:pPr>
            <a:r>
              <a:rPr lang="en-US" sz="2000" b="1" dirty="0">
                <a:solidFill>
                  <a:schemeClr val="tx1"/>
                </a:solidFill>
              </a:rPr>
              <a:t>	</a:t>
            </a:r>
            <a:r>
              <a:rPr lang="en-US" sz="2000" dirty="0">
                <a:solidFill>
                  <a:schemeClr val="tx1"/>
                </a:solidFill>
              </a:rPr>
              <a:t>Energy can neither be created nor be destroyed, it can change from one form to another form.</a:t>
            </a:r>
          </a:p>
        </p:txBody>
      </p:sp>
    </p:spTree>
    <p:extLst>
      <p:ext uri="{BB962C8B-B14F-4D97-AF65-F5344CB8AC3E}">
        <p14:creationId xmlns:p14="http://schemas.microsoft.com/office/powerpoint/2010/main" val="4280795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29C447D-4BF2-41D7-9819-8D88EA6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23837"/>
            <a:ext cx="3425371" cy="4601183"/>
          </a:xfrm>
        </p:spPr>
        <p:txBody>
          <a:bodyPr/>
          <a:lstStyle/>
          <a:p>
            <a:r>
              <a:rPr lang="en-IN" dirty="0"/>
              <a:t>Energy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6C28F71-07C5-40BF-BF43-4D386C21D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6001" y="0"/>
            <a:ext cx="8200570" cy="6858000"/>
          </a:xfrm>
        </p:spPr>
        <p:txBody>
          <a:bodyPr>
            <a:normAutofit/>
          </a:bodyPr>
          <a:lstStyle/>
          <a:p>
            <a:pPr marL="342900" lvl="3" indent="-342900" algn="just">
              <a:lnSpc>
                <a:spcPct val="150000"/>
              </a:lnSpc>
            </a:pPr>
            <a:r>
              <a:rPr lang="en-US" sz="2000" b="1" dirty="0">
                <a:solidFill>
                  <a:schemeClr val="tx1"/>
                </a:solidFill>
              </a:rPr>
              <a:t>High Grade Energy: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</a:p>
          <a:p>
            <a:pPr marL="457200" lvl="4" indent="0" algn="just">
              <a:lnSpc>
                <a:spcPct val="150000"/>
              </a:lnSpc>
              <a:buNone/>
            </a:pPr>
            <a:r>
              <a:rPr lang="en-US" sz="2000" dirty="0">
                <a:solidFill>
                  <a:schemeClr val="tx1"/>
                </a:solidFill>
              </a:rPr>
              <a:t>	Energy that can completely converted (Neglecting Loss) into work. Ex.: Mechanical work, Electrical energy, wind and tidal energy.</a:t>
            </a:r>
          </a:p>
          <a:p>
            <a:pPr marL="342900" lvl="3" indent="-342900" algn="just">
              <a:lnSpc>
                <a:spcPct val="150000"/>
              </a:lnSpc>
            </a:pPr>
            <a:r>
              <a:rPr lang="en-US" sz="2000" b="1" dirty="0">
                <a:solidFill>
                  <a:schemeClr val="tx1"/>
                </a:solidFill>
              </a:rPr>
              <a:t>Low Grade Energy: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</a:p>
          <a:p>
            <a:pPr marL="457200" lvl="4" indent="0" algn="just">
              <a:lnSpc>
                <a:spcPct val="150000"/>
              </a:lnSpc>
              <a:buNone/>
            </a:pPr>
            <a:r>
              <a:rPr lang="en-US" sz="2000" dirty="0">
                <a:solidFill>
                  <a:schemeClr val="tx1"/>
                </a:solidFill>
              </a:rPr>
              <a:t>	Only a certain portion of energy that can be converted into mechanical work. Ex.: Heat derived from combustion of fuels</a:t>
            </a:r>
          </a:p>
        </p:txBody>
      </p:sp>
    </p:spTree>
    <p:extLst>
      <p:ext uri="{BB962C8B-B14F-4D97-AF65-F5344CB8AC3E}">
        <p14:creationId xmlns:p14="http://schemas.microsoft.com/office/powerpoint/2010/main" val="2983390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29C447D-4BF2-41D7-9819-8D88EA6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23837"/>
            <a:ext cx="3425371" cy="4601183"/>
          </a:xfrm>
        </p:spPr>
        <p:txBody>
          <a:bodyPr/>
          <a:lstStyle/>
          <a:p>
            <a:r>
              <a:rPr lang="en-IN" dirty="0"/>
              <a:t>Types of Mechanical Energy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6C28F71-07C5-40BF-BF43-4D386C21D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6001" y="0"/>
            <a:ext cx="8200570" cy="6858000"/>
          </a:xfrm>
        </p:spPr>
        <p:txBody>
          <a:bodyPr>
            <a:normAutofit/>
          </a:bodyPr>
          <a:lstStyle/>
          <a:p>
            <a:pPr marL="342900" lvl="3" indent="-342900" algn="just">
              <a:lnSpc>
                <a:spcPct val="150000"/>
              </a:lnSpc>
            </a:pPr>
            <a:r>
              <a:rPr lang="en-US" sz="2000" b="1" dirty="0">
                <a:solidFill>
                  <a:schemeClr val="tx1"/>
                </a:solidFill>
              </a:rPr>
              <a:t>Potential Energy: </a:t>
            </a:r>
          </a:p>
          <a:p>
            <a:pPr marL="457200" lvl="4" indent="0" algn="just">
              <a:lnSpc>
                <a:spcPct val="150000"/>
              </a:lnSpc>
              <a:buNone/>
            </a:pPr>
            <a:r>
              <a:rPr lang="en-US" sz="2000" b="1" dirty="0">
                <a:solidFill>
                  <a:schemeClr val="tx1"/>
                </a:solidFill>
              </a:rPr>
              <a:t>	</a:t>
            </a:r>
            <a:r>
              <a:rPr lang="en-US" sz="2000" dirty="0">
                <a:solidFill>
                  <a:schemeClr val="tx1"/>
                </a:solidFill>
              </a:rPr>
              <a:t>The energy which a body possesses by virtue of its elevation or position. Ex.: Water stored at high level of dam.</a:t>
            </a:r>
          </a:p>
          <a:p>
            <a:pPr marL="0" lvl="3" indent="0" algn="just">
              <a:lnSpc>
                <a:spcPct val="150000"/>
              </a:lnSpc>
              <a:buNone/>
            </a:pPr>
            <a:r>
              <a:rPr lang="en-US" sz="2000" dirty="0">
                <a:solidFill>
                  <a:schemeClr val="tx1"/>
                </a:solidFill>
              </a:rPr>
              <a:t>		P.E. = m x g x h		</a:t>
            </a:r>
          </a:p>
          <a:p>
            <a:pPr marL="0" lvl="3" indent="0" algn="just">
              <a:lnSpc>
                <a:spcPct val="150000"/>
              </a:lnSpc>
              <a:buNone/>
            </a:pPr>
            <a:r>
              <a:rPr lang="en-US" sz="2000" dirty="0">
                <a:solidFill>
                  <a:schemeClr val="tx1"/>
                </a:solidFill>
              </a:rPr>
              <a:t>	Where m = mass of body in kg, h = height, g = Gravity = 9.81 m/s</a:t>
            </a:r>
            <a:r>
              <a:rPr lang="en-US" sz="2000" baseline="30000" dirty="0">
                <a:solidFill>
                  <a:schemeClr val="tx1"/>
                </a:solidFill>
              </a:rPr>
              <a:t>2</a:t>
            </a:r>
          </a:p>
          <a:p>
            <a:pPr marL="342900" lvl="3" indent="-342900" algn="just">
              <a:lnSpc>
                <a:spcPct val="150000"/>
              </a:lnSpc>
            </a:pPr>
            <a:r>
              <a:rPr lang="en-US" sz="2000" b="1" dirty="0">
                <a:solidFill>
                  <a:schemeClr val="tx1"/>
                </a:solidFill>
              </a:rPr>
              <a:t>Kinetic Energy: </a:t>
            </a:r>
          </a:p>
          <a:p>
            <a:pPr marL="457200" lvl="4" indent="0" algn="just">
              <a:lnSpc>
                <a:spcPct val="150000"/>
              </a:lnSpc>
              <a:buNone/>
            </a:pPr>
            <a:r>
              <a:rPr lang="en-US" sz="2000" b="1" dirty="0">
                <a:solidFill>
                  <a:schemeClr val="tx1"/>
                </a:solidFill>
              </a:rPr>
              <a:t>	</a:t>
            </a:r>
            <a:r>
              <a:rPr lang="en-US" sz="2000" dirty="0">
                <a:solidFill>
                  <a:schemeClr val="tx1"/>
                </a:solidFill>
              </a:rPr>
              <a:t>The energy which a body possesses by virtue of motion. Ex.: Jet of water coming out of nozzle.</a:t>
            </a:r>
          </a:p>
          <a:p>
            <a:pPr marL="0" lvl="3" indent="0" algn="just">
              <a:lnSpc>
                <a:spcPct val="150000"/>
              </a:lnSpc>
              <a:buNone/>
            </a:pPr>
            <a:r>
              <a:rPr lang="en-US" sz="2000" dirty="0">
                <a:solidFill>
                  <a:schemeClr val="tx1"/>
                </a:solidFill>
              </a:rPr>
              <a:t>		K.E. = ½ mV</a:t>
            </a:r>
            <a:r>
              <a:rPr lang="en-US" sz="2000" baseline="30000" dirty="0">
                <a:solidFill>
                  <a:schemeClr val="tx1"/>
                </a:solidFill>
              </a:rPr>
              <a:t>2</a:t>
            </a:r>
            <a:r>
              <a:rPr lang="en-US" sz="2000" dirty="0">
                <a:solidFill>
                  <a:schemeClr val="tx1"/>
                </a:solidFill>
              </a:rPr>
              <a:t>	m = mass of body, V = velocity of body</a:t>
            </a:r>
          </a:p>
        </p:txBody>
      </p:sp>
    </p:spTree>
    <p:extLst>
      <p:ext uri="{BB962C8B-B14F-4D97-AF65-F5344CB8AC3E}">
        <p14:creationId xmlns:p14="http://schemas.microsoft.com/office/powerpoint/2010/main" val="1376329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29C447D-4BF2-41D7-9819-8D88EA6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23837"/>
            <a:ext cx="3425371" cy="4601183"/>
          </a:xfrm>
        </p:spPr>
        <p:txBody>
          <a:bodyPr/>
          <a:lstStyle/>
          <a:p>
            <a:r>
              <a:rPr lang="en-IN" dirty="0"/>
              <a:t>Heat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6C28F71-07C5-40BF-BF43-4D386C21D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6001" y="0"/>
            <a:ext cx="8200570" cy="6858000"/>
          </a:xfrm>
        </p:spPr>
        <p:txBody>
          <a:bodyPr>
            <a:normAutofit/>
          </a:bodyPr>
          <a:lstStyle/>
          <a:p>
            <a:pPr marL="342900" lvl="3" indent="-342900" algn="just">
              <a:lnSpc>
                <a:spcPct val="150000"/>
              </a:lnSpc>
            </a:pPr>
            <a:r>
              <a:rPr lang="en-US" sz="2000" b="1" dirty="0">
                <a:solidFill>
                  <a:schemeClr val="tx1"/>
                </a:solidFill>
              </a:rPr>
              <a:t>Heat:</a:t>
            </a:r>
            <a:r>
              <a:rPr lang="en-US" sz="2000" dirty="0">
                <a:solidFill>
                  <a:schemeClr val="tx1"/>
                </a:solidFill>
              </a:rPr>
              <a:t> It may be defined as the energy interaction at the system boundary which occurs due to temperature difference only.</a:t>
            </a:r>
          </a:p>
          <a:p>
            <a:pPr marL="342900" lvl="3" indent="-342900" algn="just"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</a:rPr>
              <a:t>If heat transfer to the system then it is positive heat.</a:t>
            </a:r>
          </a:p>
          <a:p>
            <a:pPr marL="342900" lvl="3" indent="-342900" algn="just"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</a:rPr>
              <a:t>If heat transferred from the system then it is negative heat.</a:t>
            </a:r>
          </a:p>
          <a:p>
            <a:pPr marL="342900" lvl="3" indent="-342900" algn="just"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</a:rPr>
              <a:t>SI unit of heat is Joule (J)</a:t>
            </a:r>
          </a:p>
          <a:p>
            <a:pPr marL="342900" lvl="3" indent="-342900" algn="just">
              <a:lnSpc>
                <a:spcPct val="150000"/>
              </a:lnSpc>
            </a:pPr>
            <a:endParaRPr lang="en-US" sz="2000" dirty="0">
              <a:solidFill>
                <a:schemeClr val="tx1"/>
              </a:solidFill>
            </a:endParaRPr>
          </a:p>
          <a:p>
            <a:pPr marL="342900" lvl="3" indent="-342900" algn="just">
              <a:lnSpc>
                <a:spcPct val="150000"/>
              </a:lnSpc>
            </a:pPr>
            <a:endParaRPr lang="en-US" sz="2000" dirty="0">
              <a:solidFill>
                <a:schemeClr val="tx1"/>
              </a:solidFill>
            </a:endParaRPr>
          </a:p>
          <a:p>
            <a:pPr marL="342900" lvl="3" indent="-342900" algn="just">
              <a:lnSpc>
                <a:spcPct val="150000"/>
              </a:lnSpc>
            </a:pPr>
            <a:endParaRPr lang="en-US" sz="2000" dirty="0">
              <a:solidFill>
                <a:schemeClr val="tx1"/>
              </a:solidFill>
            </a:endParaRPr>
          </a:p>
          <a:p>
            <a:pPr marL="342900" lvl="3" indent="-342900" algn="just">
              <a:lnSpc>
                <a:spcPct val="150000"/>
              </a:lnSpc>
            </a:pPr>
            <a:endParaRPr lang="en-US" sz="2000" dirty="0">
              <a:solidFill>
                <a:schemeClr val="tx1"/>
              </a:solidFill>
            </a:endParaRPr>
          </a:p>
          <a:p>
            <a:pPr marL="342900" lvl="3" indent="-342900" algn="just">
              <a:lnSpc>
                <a:spcPct val="150000"/>
              </a:lnSpc>
            </a:pPr>
            <a:endParaRPr lang="en-US" sz="2000" dirty="0">
              <a:solidFill>
                <a:schemeClr val="tx1"/>
              </a:solidFill>
            </a:endParaRPr>
          </a:p>
          <a:p>
            <a:pPr marL="342900" lvl="3" indent="-342900" algn="just">
              <a:lnSpc>
                <a:spcPct val="150000"/>
              </a:lnSpc>
            </a:pPr>
            <a:endParaRPr lang="en-US" sz="2000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544DAF-A5C7-41BD-A173-7499063D02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9511" y="3210116"/>
            <a:ext cx="3270703" cy="3270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946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29C447D-4BF2-41D7-9819-8D88EA6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23837"/>
            <a:ext cx="3425371" cy="4601183"/>
          </a:xfrm>
        </p:spPr>
        <p:txBody>
          <a:bodyPr/>
          <a:lstStyle/>
          <a:p>
            <a:r>
              <a:rPr lang="en-IN" dirty="0"/>
              <a:t>Temperature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6C28F71-07C5-40BF-BF43-4D386C21D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6001" y="0"/>
            <a:ext cx="8200570" cy="6858000"/>
          </a:xfrm>
        </p:spPr>
        <p:txBody>
          <a:bodyPr>
            <a:normAutofit/>
          </a:bodyPr>
          <a:lstStyle/>
          <a:p>
            <a:pPr marL="342900" lvl="3" indent="-342900" algn="just">
              <a:lnSpc>
                <a:spcPct val="150000"/>
              </a:lnSpc>
            </a:pPr>
            <a:r>
              <a:rPr lang="en-US" sz="2000" b="1" dirty="0">
                <a:solidFill>
                  <a:schemeClr val="tx1"/>
                </a:solidFill>
              </a:rPr>
              <a:t>Temperature:</a:t>
            </a:r>
            <a:r>
              <a:rPr lang="en-US" sz="2000" dirty="0">
                <a:solidFill>
                  <a:schemeClr val="tx1"/>
                </a:solidFill>
              </a:rPr>
              <a:t> Qualitative indication of hotness or coldness can be exactly defined by using thermodynamic property known as temperature.</a:t>
            </a:r>
          </a:p>
          <a:p>
            <a:pPr marL="342900" lvl="3" indent="-342900" algn="just"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</a:rPr>
              <a:t>SI unit of temperature is Kelvin (K) or degree Celsius (</a:t>
            </a:r>
            <a:r>
              <a:rPr lang="en-US" sz="2000" baseline="30000" dirty="0">
                <a:solidFill>
                  <a:schemeClr val="tx1"/>
                </a:solidFill>
              </a:rPr>
              <a:t>0</a:t>
            </a:r>
            <a:r>
              <a:rPr lang="en-US" sz="2000" dirty="0">
                <a:solidFill>
                  <a:schemeClr val="tx1"/>
                </a:solidFill>
              </a:rPr>
              <a:t>C)</a:t>
            </a:r>
          </a:p>
        </p:txBody>
      </p:sp>
    </p:spTree>
    <p:extLst>
      <p:ext uri="{BB962C8B-B14F-4D97-AF65-F5344CB8AC3E}">
        <p14:creationId xmlns:p14="http://schemas.microsoft.com/office/powerpoint/2010/main" val="1369941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29C447D-4BF2-41D7-9819-8D88EA6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23837"/>
            <a:ext cx="3425371" cy="4601183"/>
          </a:xfrm>
        </p:spPr>
        <p:txBody>
          <a:bodyPr/>
          <a:lstStyle/>
          <a:p>
            <a:r>
              <a:rPr lang="en-IN" dirty="0"/>
              <a:t>Specific Heat Capacity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6C28F71-07C5-40BF-BF43-4D386C21D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6001" y="0"/>
            <a:ext cx="8200570" cy="6858000"/>
          </a:xfrm>
        </p:spPr>
        <p:txBody>
          <a:bodyPr>
            <a:normAutofit/>
          </a:bodyPr>
          <a:lstStyle/>
          <a:p>
            <a:pPr marL="342900" lvl="3" indent="-342900" algn="just"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</a:rPr>
              <a:t>It may be defined as the quantity of heat required to raise the temperature of unit mass of substance by one degree.</a:t>
            </a:r>
          </a:p>
          <a:p>
            <a:pPr marL="0" lvl="3" indent="0" algn="just">
              <a:lnSpc>
                <a:spcPct val="150000"/>
              </a:lnSpc>
              <a:buNone/>
            </a:pPr>
            <a:r>
              <a:rPr lang="en-US" sz="2000" dirty="0">
                <a:solidFill>
                  <a:schemeClr val="tx1"/>
                </a:solidFill>
              </a:rPr>
              <a:t>		</a:t>
            </a:r>
            <a:r>
              <a:rPr lang="en-US" sz="2000" dirty="0" err="1">
                <a:solidFill>
                  <a:schemeClr val="tx1"/>
                </a:solidFill>
              </a:rPr>
              <a:t>C</a:t>
            </a:r>
            <a:r>
              <a:rPr lang="en-US" sz="2000" baseline="-25000" dirty="0" err="1">
                <a:solidFill>
                  <a:schemeClr val="tx1"/>
                </a:solidFill>
              </a:rPr>
              <a:t>p</a:t>
            </a:r>
            <a:r>
              <a:rPr lang="en-US" sz="2000" dirty="0">
                <a:solidFill>
                  <a:schemeClr val="tx1"/>
                </a:solidFill>
              </a:rPr>
              <a:t> = Q / ( m x  ∆ T )</a:t>
            </a:r>
          </a:p>
          <a:p>
            <a:pPr marL="342900" lvl="3" indent="-342900" algn="just"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</a:rPr>
              <a:t>SI unit of specific heat is J / Kg K</a:t>
            </a:r>
          </a:p>
        </p:txBody>
      </p:sp>
    </p:spTree>
    <p:extLst>
      <p:ext uri="{BB962C8B-B14F-4D97-AF65-F5344CB8AC3E}">
        <p14:creationId xmlns:p14="http://schemas.microsoft.com/office/powerpoint/2010/main" val="2995538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29C447D-4BF2-41D7-9819-8D88EA6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23837"/>
            <a:ext cx="3425371" cy="4601183"/>
          </a:xfrm>
        </p:spPr>
        <p:txBody>
          <a:bodyPr/>
          <a:lstStyle/>
          <a:p>
            <a:r>
              <a:rPr lang="en-IN" dirty="0"/>
              <a:t>Change of State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6C28F71-07C5-40BF-BF43-4D386C21D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6001" y="0"/>
            <a:ext cx="8200570" cy="6858000"/>
          </a:xfrm>
        </p:spPr>
        <p:txBody>
          <a:bodyPr>
            <a:normAutofit/>
          </a:bodyPr>
          <a:lstStyle/>
          <a:p>
            <a:pPr marL="342900" lvl="3" indent="-342900" algn="just"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</a:rPr>
              <a:t>The various states of substance are solid, liquid and gas</a:t>
            </a:r>
          </a:p>
          <a:p>
            <a:pPr marL="342900" lvl="3" indent="-342900" algn="just">
              <a:lnSpc>
                <a:spcPct val="150000"/>
              </a:lnSpc>
            </a:pPr>
            <a:r>
              <a:rPr lang="en-US" sz="2000" b="1" dirty="0">
                <a:solidFill>
                  <a:schemeClr val="tx1"/>
                </a:solidFill>
              </a:rPr>
              <a:t>Melting Point: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</a:p>
          <a:p>
            <a:pPr marL="457200" lvl="4" indent="0" algn="just">
              <a:lnSpc>
                <a:spcPct val="150000"/>
              </a:lnSpc>
              <a:buNone/>
            </a:pPr>
            <a:r>
              <a:rPr lang="en-US" sz="2000" dirty="0">
                <a:solidFill>
                  <a:schemeClr val="tx1"/>
                </a:solidFill>
              </a:rPr>
              <a:t>	It is the temperature at which solid is converted into liquid when heat is supplied.</a:t>
            </a:r>
          </a:p>
          <a:p>
            <a:pPr marL="342900" lvl="3" indent="-342900" algn="just">
              <a:lnSpc>
                <a:spcPct val="150000"/>
              </a:lnSpc>
            </a:pPr>
            <a:r>
              <a:rPr lang="en-US" sz="2000" b="1" dirty="0">
                <a:solidFill>
                  <a:schemeClr val="tx1"/>
                </a:solidFill>
              </a:rPr>
              <a:t>Boiling Point: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</a:p>
          <a:p>
            <a:pPr marL="457200" lvl="4" indent="0" algn="just">
              <a:lnSpc>
                <a:spcPct val="150000"/>
              </a:lnSpc>
              <a:buNone/>
            </a:pPr>
            <a:r>
              <a:rPr lang="en-US" sz="2000" dirty="0">
                <a:solidFill>
                  <a:schemeClr val="tx1"/>
                </a:solidFill>
              </a:rPr>
              <a:t>	It is the temperature at which liquid is converted </a:t>
            </a:r>
            <a:r>
              <a:rPr lang="en-US" sz="2000" dirty="0" err="1">
                <a:solidFill>
                  <a:schemeClr val="tx1"/>
                </a:solidFill>
              </a:rPr>
              <a:t>vapour</a:t>
            </a:r>
            <a:r>
              <a:rPr lang="en-US" sz="2000" dirty="0">
                <a:solidFill>
                  <a:schemeClr val="tx1"/>
                </a:solidFill>
              </a:rPr>
              <a:t> or gas when heat is supplied.</a:t>
            </a:r>
          </a:p>
        </p:txBody>
      </p:sp>
    </p:spTree>
    <p:extLst>
      <p:ext uri="{BB962C8B-B14F-4D97-AF65-F5344CB8AC3E}">
        <p14:creationId xmlns:p14="http://schemas.microsoft.com/office/powerpoint/2010/main" val="1150511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29C447D-4BF2-41D7-9819-8D88EA6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23837"/>
            <a:ext cx="3425371" cy="4601183"/>
          </a:xfrm>
        </p:spPr>
        <p:txBody>
          <a:bodyPr/>
          <a:lstStyle/>
          <a:p>
            <a:r>
              <a:rPr lang="en-IN" dirty="0"/>
              <a:t>Process, path and cycle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6C28F71-07C5-40BF-BF43-4D386C21D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6001" y="0"/>
            <a:ext cx="8200570" cy="6858000"/>
          </a:xfrm>
        </p:spPr>
        <p:txBody>
          <a:bodyPr>
            <a:normAutofit/>
          </a:bodyPr>
          <a:lstStyle/>
          <a:p>
            <a:pPr marL="342900" lvl="3" indent="-342900" algn="just">
              <a:lnSpc>
                <a:spcPct val="150000"/>
              </a:lnSpc>
            </a:pPr>
            <a:r>
              <a:rPr lang="en-US" sz="2000" b="1" dirty="0">
                <a:solidFill>
                  <a:schemeClr val="tx1"/>
                </a:solidFill>
              </a:rPr>
              <a:t>Process:</a:t>
            </a:r>
            <a:r>
              <a:rPr lang="en-US" sz="2000" dirty="0">
                <a:solidFill>
                  <a:schemeClr val="tx1"/>
                </a:solidFill>
              </a:rPr>
              <a:t> Any change that system undergoes from one equilibrium state to another is known as process.</a:t>
            </a:r>
          </a:p>
          <a:p>
            <a:pPr marL="342900" lvl="3" indent="-342900" algn="just">
              <a:lnSpc>
                <a:spcPct val="150000"/>
              </a:lnSpc>
            </a:pPr>
            <a:r>
              <a:rPr lang="en-US" sz="2000" b="1" dirty="0">
                <a:solidFill>
                  <a:schemeClr val="tx1"/>
                </a:solidFill>
              </a:rPr>
              <a:t>Path:</a:t>
            </a:r>
            <a:r>
              <a:rPr lang="en-US" sz="2000" dirty="0">
                <a:solidFill>
                  <a:schemeClr val="tx1"/>
                </a:solidFill>
              </a:rPr>
              <a:t> Path is the series of states through which a system passes during a process.</a:t>
            </a:r>
          </a:p>
          <a:p>
            <a:pPr marL="342900" lvl="3" indent="-342900" algn="just">
              <a:lnSpc>
                <a:spcPct val="150000"/>
              </a:lnSpc>
            </a:pPr>
            <a:endParaRPr lang="en-US" sz="2000" dirty="0">
              <a:solidFill>
                <a:schemeClr val="tx1"/>
              </a:solidFill>
            </a:endParaRPr>
          </a:p>
          <a:p>
            <a:pPr marL="342900" lvl="3" indent="-342900" algn="just">
              <a:lnSpc>
                <a:spcPct val="150000"/>
              </a:lnSpc>
            </a:pPr>
            <a:endParaRPr lang="en-US" sz="2000" dirty="0">
              <a:solidFill>
                <a:schemeClr val="tx1"/>
              </a:solidFill>
            </a:endParaRPr>
          </a:p>
          <a:p>
            <a:pPr marL="342900" lvl="3" indent="-342900" algn="just">
              <a:lnSpc>
                <a:spcPct val="150000"/>
              </a:lnSpc>
            </a:pPr>
            <a:endParaRPr lang="en-US" sz="2000" dirty="0">
              <a:solidFill>
                <a:schemeClr val="tx1"/>
              </a:solidFill>
            </a:endParaRPr>
          </a:p>
          <a:p>
            <a:pPr marL="342900" lvl="3" indent="-342900" algn="just">
              <a:lnSpc>
                <a:spcPct val="150000"/>
              </a:lnSpc>
            </a:pPr>
            <a:endParaRPr lang="en-US" sz="2000" dirty="0">
              <a:solidFill>
                <a:schemeClr val="tx1"/>
              </a:solidFill>
            </a:endParaRPr>
          </a:p>
          <a:p>
            <a:pPr marL="342900" lvl="3" indent="-342900" algn="just">
              <a:lnSpc>
                <a:spcPct val="150000"/>
              </a:lnSpc>
            </a:pPr>
            <a:endParaRPr lang="en-US" sz="2000" dirty="0">
              <a:solidFill>
                <a:schemeClr val="tx1"/>
              </a:solidFill>
            </a:endParaRPr>
          </a:p>
          <a:p>
            <a:pPr marL="342900" lvl="3" indent="-342900" algn="just">
              <a:lnSpc>
                <a:spcPct val="150000"/>
              </a:lnSpc>
            </a:pPr>
            <a:endParaRPr lang="en-US" sz="2000" dirty="0">
              <a:solidFill>
                <a:schemeClr val="tx1"/>
              </a:solidFill>
            </a:endParaRPr>
          </a:p>
          <a:p>
            <a:pPr marL="342900" lvl="3" indent="-342900" algn="just">
              <a:lnSpc>
                <a:spcPct val="150000"/>
              </a:lnSpc>
            </a:pPr>
            <a:endParaRPr lang="en-US" sz="2000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BA5A8F-8F00-4EE6-A1F2-68531E22B6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3454" y="2559229"/>
            <a:ext cx="4615543" cy="3904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227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29C447D-4BF2-41D7-9819-8D88EA6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23837"/>
            <a:ext cx="3425371" cy="4601183"/>
          </a:xfrm>
        </p:spPr>
        <p:txBody>
          <a:bodyPr/>
          <a:lstStyle/>
          <a:p>
            <a:r>
              <a:rPr lang="en-IN" dirty="0"/>
              <a:t>Process, path and cycle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6C28F71-07C5-40BF-BF43-4D386C21D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6001" y="0"/>
            <a:ext cx="8200570" cy="6858000"/>
          </a:xfrm>
        </p:spPr>
        <p:txBody>
          <a:bodyPr>
            <a:normAutofit/>
          </a:bodyPr>
          <a:lstStyle/>
          <a:p>
            <a:pPr marL="342900" lvl="3" indent="-342900" algn="just">
              <a:lnSpc>
                <a:spcPct val="150000"/>
              </a:lnSpc>
            </a:pPr>
            <a:r>
              <a:rPr lang="en-US" sz="2000" b="1" dirty="0">
                <a:solidFill>
                  <a:schemeClr val="tx1"/>
                </a:solidFill>
              </a:rPr>
              <a:t>Cycle:</a:t>
            </a:r>
            <a:r>
              <a:rPr lang="en-US" sz="2000" dirty="0">
                <a:solidFill>
                  <a:schemeClr val="tx1"/>
                </a:solidFill>
              </a:rPr>
              <a:t> A system is said to have undergone a cycle if it returns to its initial state at the end of process.</a:t>
            </a:r>
          </a:p>
          <a:p>
            <a:pPr marL="0" lvl="3" indent="0" algn="just">
              <a:lnSpc>
                <a:spcPct val="150000"/>
              </a:lnSpc>
              <a:buNone/>
            </a:pPr>
            <a:r>
              <a:rPr lang="en-US" sz="2000" dirty="0">
                <a:solidFill>
                  <a:schemeClr val="tx1"/>
                </a:solidFill>
              </a:rPr>
              <a:t>	For cycle, Initial and final states are identical.</a:t>
            </a:r>
          </a:p>
          <a:p>
            <a:pPr marL="0" lvl="3" indent="0" algn="just">
              <a:lnSpc>
                <a:spcPct val="150000"/>
              </a:lnSpc>
              <a:buNone/>
            </a:pPr>
            <a:endParaRPr lang="en-US" sz="2000" dirty="0">
              <a:solidFill>
                <a:schemeClr val="tx1"/>
              </a:solidFill>
            </a:endParaRPr>
          </a:p>
          <a:p>
            <a:pPr marL="0" lvl="3" indent="0" algn="just">
              <a:lnSpc>
                <a:spcPct val="150000"/>
              </a:lnSpc>
              <a:buNone/>
            </a:pPr>
            <a:endParaRPr lang="en-US" sz="2000" dirty="0">
              <a:solidFill>
                <a:schemeClr val="tx1"/>
              </a:solidFill>
            </a:endParaRPr>
          </a:p>
          <a:p>
            <a:pPr marL="0" lvl="3" indent="0" algn="just">
              <a:lnSpc>
                <a:spcPct val="150000"/>
              </a:lnSpc>
              <a:buNone/>
            </a:pPr>
            <a:endParaRPr lang="en-US" sz="2000" dirty="0">
              <a:solidFill>
                <a:schemeClr val="tx1"/>
              </a:solidFill>
            </a:endParaRPr>
          </a:p>
          <a:p>
            <a:pPr marL="0" lvl="3" indent="0" algn="just">
              <a:lnSpc>
                <a:spcPct val="150000"/>
              </a:lnSpc>
              <a:buNone/>
            </a:pPr>
            <a:endParaRPr lang="en-US" sz="2000" dirty="0">
              <a:solidFill>
                <a:schemeClr val="tx1"/>
              </a:solidFill>
            </a:endParaRPr>
          </a:p>
          <a:p>
            <a:pPr marL="0" lvl="3" indent="0" algn="just">
              <a:lnSpc>
                <a:spcPct val="150000"/>
              </a:lnSpc>
              <a:buNone/>
            </a:pPr>
            <a:endParaRPr lang="en-US" sz="2000" dirty="0">
              <a:solidFill>
                <a:schemeClr val="tx1"/>
              </a:solidFill>
            </a:endParaRPr>
          </a:p>
          <a:p>
            <a:pPr marL="0" lvl="3" indent="0" algn="just">
              <a:lnSpc>
                <a:spcPct val="150000"/>
              </a:lnSpc>
              <a:buNone/>
            </a:pPr>
            <a:endParaRPr lang="en-US" sz="2000" dirty="0">
              <a:solidFill>
                <a:schemeClr val="tx1"/>
              </a:solidFill>
            </a:endParaRPr>
          </a:p>
          <a:p>
            <a:pPr marL="0" lvl="3" indent="0" algn="just">
              <a:lnSpc>
                <a:spcPct val="150000"/>
              </a:lnSpc>
              <a:buNone/>
            </a:pPr>
            <a:endParaRPr lang="en-US" sz="2000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AE45C0-BA89-422D-AA30-D7219CEDB8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6487" y="2531551"/>
            <a:ext cx="4371976" cy="4168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543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29C447D-4BF2-41D7-9819-8D88EA6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23837"/>
            <a:ext cx="3425371" cy="4601183"/>
          </a:xfrm>
        </p:spPr>
        <p:txBody>
          <a:bodyPr/>
          <a:lstStyle/>
          <a:p>
            <a:r>
              <a:rPr lang="en-IN" dirty="0"/>
              <a:t>Internal Energy and Enthalpy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6C28F71-07C5-40BF-BF43-4D386C21D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6001" y="0"/>
            <a:ext cx="8200570" cy="6858000"/>
          </a:xfrm>
        </p:spPr>
        <p:txBody>
          <a:bodyPr>
            <a:normAutofit/>
          </a:bodyPr>
          <a:lstStyle/>
          <a:p>
            <a:pPr marL="342900" lvl="3" indent="-342900" algn="just">
              <a:lnSpc>
                <a:spcPct val="150000"/>
              </a:lnSpc>
            </a:pPr>
            <a:r>
              <a:rPr lang="pl-PL" sz="2000" dirty="0">
                <a:solidFill>
                  <a:schemeClr val="tx1"/>
                </a:solidFill>
              </a:rPr>
              <a:t>Q = W +U</a:t>
            </a:r>
          </a:p>
          <a:p>
            <a:pPr marL="342900" lvl="3" indent="-342900" algn="just">
              <a:lnSpc>
                <a:spcPct val="150000"/>
              </a:lnSpc>
            </a:pPr>
            <a:r>
              <a:rPr lang="pl-PL" sz="2000" dirty="0">
                <a:solidFill>
                  <a:schemeClr val="tx1"/>
                </a:solidFill>
              </a:rPr>
              <a:t>H = U + pV</a:t>
            </a:r>
          </a:p>
        </p:txBody>
      </p:sp>
    </p:spTree>
    <p:extLst>
      <p:ext uri="{BB962C8B-B14F-4D97-AF65-F5344CB8AC3E}">
        <p14:creationId xmlns:p14="http://schemas.microsoft.com/office/powerpoint/2010/main" val="3026837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29C447D-4BF2-41D7-9819-8D88EA6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23837"/>
            <a:ext cx="3425371" cy="4601183"/>
          </a:xfrm>
        </p:spPr>
        <p:txBody>
          <a:bodyPr/>
          <a:lstStyle/>
          <a:p>
            <a:r>
              <a:rPr lang="en-IN" dirty="0"/>
              <a:t>Laws of Thermodynamics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6C28F71-07C5-40BF-BF43-4D386C21D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6001" y="0"/>
            <a:ext cx="8200570" cy="6858000"/>
          </a:xfrm>
        </p:spPr>
        <p:txBody>
          <a:bodyPr>
            <a:normAutofit/>
          </a:bodyPr>
          <a:lstStyle/>
          <a:p>
            <a:pPr marL="342900" lvl="3" indent="-342900" algn="just">
              <a:lnSpc>
                <a:spcPct val="150000"/>
              </a:lnSpc>
            </a:pPr>
            <a:r>
              <a:rPr lang="en-US" sz="2000" b="1" dirty="0">
                <a:solidFill>
                  <a:schemeClr val="tx1"/>
                </a:solidFill>
              </a:rPr>
              <a:t>Zeroth Law of Thermodynamics: </a:t>
            </a:r>
            <a:r>
              <a:rPr lang="en-US" sz="2000" dirty="0">
                <a:solidFill>
                  <a:schemeClr val="tx1"/>
                </a:solidFill>
              </a:rPr>
              <a:t>It states that if the bodies A and B are in thermal equilibrium with third body C separately then the two bodies A and B are in thermal equilibrium with each other.</a:t>
            </a:r>
          </a:p>
          <a:p>
            <a:pPr marL="342900" lvl="3" indent="-342900" algn="just"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</a:rPr>
              <a:t>It is the principle of temperature measurement.</a:t>
            </a:r>
          </a:p>
          <a:p>
            <a:pPr marL="342900" lvl="3" indent="-342900" algn="just">
              <a:lnSpc>
                <a:spcPct val="150000"/>
              </a:lnSpc>
            </a:pPr>
            <a:endParaRPr lang="en-US" sz="2000" dirty="0">
              <a:solidFill>
                <a:schemeClr val="tx1"/>
              </a:solidFill>
            </a:endParaRPr>
          </a:p>
          <a:p>
            <a:pPr marL="342900" lvl="3" indent="-342900" algn="just">
              <a:lnSpc>
                <a:spcPct val="150000"/>
              </a:lnSpc>
            </a:pPr>
            <a:endParaRPr lang="en-US" sz="2000" dirty="0">
              <a:solidFill>
                <a:schemeClr val="tx1"/>
              </a:solidFill>
            </a:endParaRPr>
          </a:p>
          <a:p>
            <a:pPr marL="342900" lvl="3" indent="-342900" algn="just">
              <a:lnSpc>
                <a:spcPct val="150000"/>
              </a:lnSpc>
            </a:pPr>
            <a:endParaRPr lang="en-US" sz="2000" dirty="0">
              <a:solidFill>
                <a:schemeClr val="tx1"/>
              </a:solidFill>
            </a:endParaRPr>
          </a:p>
          <a:p>
            <a:pPr marL="342900" lvl="3" indent="-342900" algn="just">
              <a:lnSpc>
                <a:spcPct val="150000"/>
              </a:lnSpc>
            </a:pPr>
            <a:endParaRPr lang="en-US" sz="2000" dirty="0">
              <a:solidFill>
                <a:schemeClr val="tx1"/>
              </a:solidFill>
            </a:endParaRPr>
          </a:p>
          <a:p>
            <a:pPr marL="342900" lvl="3" indent="-342900" algn="just">
              <a:lnSpc>
                <a:spcPct val="150000"/>
              </a:lnSpc>
            </a:pPr>
            <a:endParaRPr lang="en-US" sz="2000" dirty="0">
              <a:solidFill>
                <a:schemeClr val="tx1"/>
              </a:solidFill>
            </a:endParaRPr>
          </a:p>
          <a:p>
            <a:pPr marL="342900" lvl="3" indent="-342900" algn="just">
              <a:lnSpc>
                <a:spcPct val="150000"/>
              </a:lnSpc>
            </a:pPr>
            <a:endParaRPr lang="en-US" sz="2000" dirty="0">
              <a:solidFill>
                <a:schemeClr val="tx1"/>
              </a:solidFill>
            </a:endParaRPr>
          </a:p>
          <a:p>
            <a:pPr marL="342900" lvl="3" indent="-342900" algn="just">
              <a:lnSpc>
                <a:spcPct val="150000"/>
              </a:lnSpc>
            </a:pPr>
            <a:endParaRPr lang="en-US" sz="2000" dirty="0">
              <a:solidFill>
                <a:schemeClr val="tx1"/>
              </a:solidFill>
            </a:endParaRPr>
          </a:p>
          <a:p>
            <a:pPr marL="342900" lvl="3" indent="-342900" algn="just">
              <a:lnSpc>
                <a:spcPct val="150000"/>
              </a:lnSpc>
            </a:pPr>
            <a:endParaRPr lang="en-US" sz="2000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198112-7A19-4C36-98AC-24D6E21592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0799" y="2327732"/>
            <a:ext cx="4310973" cy="4173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96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29C447D-4BF2-41D7-9819-8D88EA6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23837"/>
            <a:ext cx="3425371" cy="4601183"/>
          </a:xfrm>
        </p:spPr>
        <p:txBody>
          <a:bodyPr/>
          <a:lstStyle/>
          <a:p>
            <a:r>
              <a:rPr lang="en-IN" dirty="0"/>
              <a:t>Laws of Thermodynamics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6C28F71-07C5-40BF-BF43-4D386C21D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6001" y="0"/>
            <a:ext cx="8200570" cy="6858000"/>
          </a:xfrm>
        </p:spPr>
        <p:txBody>
          <a:bodyPr>
            <a:normAutofit/>
          </a:bodyPr>
          <a:lstStyle/>
          <a:p>
            <a:pPr marL="342900" lvl="3" indent="-342900" algn="just">
              <a:lnSpc>
                <a:spcPct val="150000"/>
              </a:lnSpc>
            </a:pPr>
            <a:r>
              <a:rPr lang="en-US" sz="2000" b="1" dirty="0">
                <a:solidFill>
                  <a:schemeClr val="tx1"/>
                </a:solidFill>
              </a:rPr>
              <a:t>First Law of Thermodynamics:</a:t>
            </a:r>
            <a:r>
              <a:rPr lang="en-US" sz="2000" dirty="0">
                <a:solidFill>
                  <a:schemeClr val="tx1"/>
                </a:solidFill>
              </a:rPr>
              <a:t> It states that energy can neither be created nor be destroyed, it can be converted from one form to another form.</a:t>
            </a:r>
          </a:p>
          <a:p>
            <a:pPr marL="342900" lvl="3" indent="-342900" algn="just">
              <a:lnSpc>
                <a:spcPct val="150000"/>
              </a:lnSpc>
            </a:pPr>
            <a:endParaRPr lang="en-US" sz="2000" dirty="0">
              <a:solidFill>
                <a:schemeClr val="tx1"/>
              </a:solidFill>
            </a:endParaRPr>
          </a:p>
          <a:p>
            <a:pPr marL="342900" lvl="3" indent="-342900" algn="just">
              <a:lnSpc>
                <a:spcPct val="150000"/>
              </a:lnSpc>
            </a:pPr>
            <a:endParaRPr lang="en-US" sz="2000" dirty="0">
              <a:solidFill>
                <a:schemeClr val="tx1"/>
              </a:solidFill>
            </a:endParaRPr>
          </a:p>
          <a:p>
            <a:pPr marL="342900" lvl="3" indent="-342900" algn="just">
              <a:lnSpc>
                <a:spcPct val="150000"/>
              </a:lnSpc>
            </a:pPr>
            <a:endParaRPr lang="en-US" sz="2000" dirty="0">
              <a:solidFill>
                <a:schemeClr val="tx1"/>
              </a:solidFill>
            </a:endParaRPr>
          </a:p>
          <a:p>
            <a:pPr marL="342900" lvl="3" indent="-342900" algn="just">
              <a:lnSpc>
                <a:spcPct val="150000"/>
              </a:lnSpc>
            </a:pPr>
            <a:endParaRPr lang="en-US" sz="2000" dirty="0">
              <a:solidFill>
                <a:schemeClr val="tx1"/>
              </a:solidFill>
            </a:endParaRPr>
          </a:p>
          <a:p>
            <a:pPr marL="342900" lvl="3" indent="-342900" algn="just">
              <a:lnSpc>
                <a:spcPct val="150000"/>
              </a:lnSpc>
            </a:pPr>
            <a:endParaRPr lang="en-US" sz="2000" dirty="0">
              <a:solidFill>
                <a:schemeClr val="tx1"/>
              </a:solidFill>
            </a:endParaRPr>
          </a:p>
          <a:p>
            <a:pPr marL="342900" lvl="3" indent="-342900" algn="just">
              <a:lnSpc>
                <a:spcPct val="150000"/>
              </a:lnSpc>
            </a:pPr>
            <a:endParaRPr lang="en-US" sz="2000" dirty="0">
              <a:solidFill>
                <a:schemeClr val="tx1"/>
              </a:solidFill>
            </a:endParaRPr>
          </a:p>
          <a:p>
            <a:pPr marL="342900" lvl="3" indent="-342900" algn="just">
              <a:lnSpc>
                <a:spcPct val="150000"/>
              </a:lnSpc>
            </a:pPr>
            <a:endParaRPr lang="en-US" sz="2000" dirty="0">
              <a:solidFill>
                <a:schemeClr val="tx1"/>
              </a:solidFill>
            </a:endParaRPr>
          </a:p>
          <a:p>
            <a:pPr marL="342900" lvl="3" indent="-342900" algn="just">
              <a:lnSpc>
                <a:spcPct val="150000"/>
              </a:lnSpc>
            </a:pPr>
            <a:endParaRPr lang="en-US" sz="2000" dirty="0">
              <a:solidFill>
                <a:schemeClr val="tx1"/>
              </a:solidFill>
            </a:endParaRPr>
          </a:p>
          <a:p>
            <a:pPr marL="342900" lvl="3" indent="-342900" algn="just">
              <a:lnSpc>
                <a:spcPct val="150000"/>
              </a:lnSpc>
            </a:pPr>
            <a:endParaRPr lang="en-US" sz="2000" dirty="0">
              <a:solidFill>
                <a:schemeClr val="tx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001" y="2085974"/>
            <a:ext cx="4327222" cy="399573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3223" y="2109786"/>
            <a:ext cx="3990975" cy="39719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5838" y="6303168"/>
            <a:ext cx="1314450" cy="3333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2136BB2-2657-4D89-A650-9EBC2E1678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5593" y="6199421"/>
            <a:ext cx="3808605" cy="540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253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29C447D-4BF2-41D7-9819-8D88EA6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23837"/>
            <a:ext cx="3425371" cy="4601183"/>
          </a:xfrm>
        </p:spPr>
        <p:txBody>
          <a:bodyPr/>
          <a:lstStyle/>
          <a:p>
            <a:r>
              <a:rPr lang="en-IN" dirty="0"/>
              <a:t>Thermodynamic Systems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6C28F71-07C5-40BF-BF43-4D386C21D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6001" y="0"/>
            <a:ext cx="8200570" cy="6858000"/>
          </a:xfrm>
        </p:spPr>
        <p:txBody>
          <a:bodyPr>
            <a:normAutofit/>
          </a:bodyPr>
          <a:lstStyle/>
          <a:p>
            <a:pPr marL="342900" lvl="3" indent="-342900" algn="just"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</a:rPr>
              <a:t>It is defined as quantity of matter or region in space under consideration for analysis.</a:t>
            </a:r>
          </a:p>
          <a:p>
            <a:pPr marL="342900" lvl="3" indent="-342900" algn="just"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</a:rPr>
              <a:t>Everything outside the system boundary is called surrounding.</a:t>
            </a:r>
          </a:p>
          <a:p>
            <a:pPr marL="0" lvl="3" indent="0" algn="just">
              <a:lnSpc>
                <a:spcPct val="150000"/>
              </a:lnSpc>
              <a:buNone/>
            </a:pPr>
            <a:r>
              <a:rPr lang="en-US" sz="2000" dirty="0">
                <a:solidFill>
                  <a:schemeClr val="tx1"/>
                </a:solidFill>
              </a:rPr>
              <a:t>		Universe = System + Surroundings</a:t>
            </a:r>
          </a:p>
          <a:p>
            <a:pPr marL="0" lvl="3" indent="0" algn="just">
              <a:lnSpc>
                <a:spcPct val="150000"/>
              </a:lnSpc>
              <a:buNone/>
            </a:pPr>
            <a:endParaRPr lang="en-US" sz="2000" dirty="0">
              <a:solidFill>
                <a:schemeClr val="tx1"/>
              </a:solidFill>
            </a:endParaRPr>
          </a:p>
          <a:p>
            <a:pPr marL="0" lvl="3" indent="0" algn="just">
              <a:lnSpc>
                <a:spcPct val="150000"/>
              </a:lnSpc>
              <a:buNone/>
            </a:pPr>
            <a:endParaRPr lang="en-US" sz="2000" dirty="0">
              <a:solidFill>
                <a:schemeClr val="tx1"/>
              </a:solidFill>
            </a:endParaRPr>
          </a:p>
          <a:p>
            <a:pPr marL="0" lvl="3" indent="0" algn="just">
              <a:lnSpc>
                <a:spcPct val="150000"/>
              </a:lnSpc>
              <a:buNone/>
            </a:pPr>
            <a:endParaRPr lang="en-US" sz="2000" dirty="0">
              <a:solidFill>
                <a:schemeClr val="tx1"/>
              </a:solidFill>
            </a:endParaRPr>
          </a:p>
          <a:p>
            <a:pPr marL="0" lvl="3" indent="0" algn="just">
              <a:lnSpc>
                <a:spcPct val="150000"/>
              </a:lnSpc>
              <a:buNone/>
            </a:pPr>
            <a:endParaRPr lang="en-US" sz="2000" dirty="0">
              <a:solidFill>
                <a:schemeClr val="tx1"/>
              </a:solidFill>
            </a:endParaRPr>
          </a:p>
          <a:p>
            <a:pPr marL="0" lvl="3" indent="0" algn="just">
              <a:lnSpc>
                <a:spcPct val="150000"/>
              </a:lnSpc>
              <a:buNone/>
            </a:pPr>
            <a:endParaRPr lang="en-US" sz="2000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8C5A9B1-467F-4ECE-AEDD-2AFC58D75F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7979" y="3424428"/>
            <a:ext cx="3165559" cy="3195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430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29C447D-4BF2-41D7-9819-8D88EA6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23837"/>
            <a:ext cx="3425371" cy="4601183"/>
          </a:xfrm>
        </p:spPr>
        <p:txBody>
          <a:bodyPr/>
          <a:lstStyle/>
          <a:p>
            <a:r>
              <a:rPr lang="en-IN" dirty="0"/>
              <a:t>Thermodynamic Systems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6C28F71-07C5-40BF-BF43-4D386C21D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6001" y="0"/>
            <a:ext cx="8200570" cy="6858000"/>
          </a:xfrm>
        </p:spPr>
        <p:txBody>
          <a:bodyPr>
            <a:normAutofit/>
          </a:bodyPr>
          <a:lstStyle/>
          <a:p>
            <a:pPr marL="342900" lvl="3" indent="-342900" algn="just">
              <a:lnSpc>
                <a:spcPct val="150000"/>
              </a:lnSpc>
            </a:pPr>
            <a:r>
              <a:rPr lang="en-US" sz="2000" b="1" dirty="0">
                <a:solidFill>
                  <a:schemeClr val="tx1"/>
                </a:solidFill>
              </a:rPr>
              <a:t>Open System: </a:t>
            </a:r>
            <a:r>
              <a:rPr lang="en-US" sz="2000" dirty="0">
                <a:solidFill>
                  <a:schemeClr val="tx1"/>
                </a:solidFill>
              </a:rPr>
              <a:t>In which energy and mass both can transfer from system to surrounding or vise versa.</a:t>
            </a:r>
          </a:p>
          <a:p>
            <a:pPr marL="342900" lvl="3" indent="-342900" algn="just">
              <a:lnSpc>
                <a:spcPct val="150000"/>
              </a:lnSpc>
            </a:pPr>
            <a:endParaRPr lang="en-US" sz="2000" dirty="0">
              <a:solidFill>
                <a:schemeClr val="tx1"/>
              </a:solidFill>
            </a:endParaRPr>
          </a:p>
          <a:p>
            <a:pPr marL="342900" lvl="3" indent="-342900" algn="just">
              <a:lnSpc>
                <a:spcPct val="150000"/>
              </a:lnSpc>
            </a:pPr>
            <a:endParaRPr lang="en-US" sz="2000" dirty="0">
              <a:solidFill>
                <a:schemeClr val="tx1"/>
              </a:solidFill>
            </a:endParaRPr>
          </a:p>
          <a:p>
            <a:pPr marL="342900" lvl="3" indent="-342900" algn="just">
              <a:lnSpc>
                <a:spcPct val="150000"/>
              </a:lnSpc>
            </a:pPr>
            <a:endParaRPr lang="en-US" sz="2000" dirty="0">
              <a:solidFill>
                <a:schemeClr val="tx1"/>
              </a:solidFill>
            </a:endParaRPr>
          </a:p>
          <a:p>
            <a:pPr marL="342900" lvl="3" indent="-342900" algn="just">
              <a:lnSpc>
                <a:spcPct val="150000"/>
              </a:lnSpc>
            </a:pPr>
            <a:endParaRPr lang="en-US" sz="2000" dirty="0">
              <a:solidFill>
                <a:schemeClr val="tx1"/>
              </a:solidFill>
            </a:endParaRPr>
          </a:p>
          <a:p>
            <a:pPr marL="342900" lvl="3" indent="-342900" algn="just">
              <a:lnSpc>
                <a:spcPct val="150000"/>
              </a:lnSpc>
            </a:pPr>
            <a:endParaRPr lang="en-US" sz="2000" dirty="0">
              <a:solidFill>
                <a:schemeClr val="tx1"/>
              </a:solidFill>
            </a:endParaRPr>
          </a:p>
          <a:p>
            <a:pPr marL="342900" lvl="3" indent="-342900" algn="just">
              <a:lnSpc>
                <a:spcPct val="150000"/>
              </a:lnSpc>
            </a:pPr>
            <a:endParaRPr lang="en-US" sz="2000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36B1EF-46E7-4CE7-ACA4-B6AB7F625E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7892" y="2733222"/>
            <a:ext cx="6198362" cy="3722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133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29C447D-4BF2-41D7-9819-8D88EA6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23837"/>
            <a:ext cx="3425371" cy="4601183"/>
          </a:xfrm>
        </p:spPr>
        <p:txBody>
          <a:bodyPr/>
          <a:lstStyle/>
          <a:p>
            <a:r>
              <a:rPr lang="en-IN" dirty="0"/>
              <a:t>Thermodynamic Systems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6C28F71-07C5-40BF-BF43-4D386C21D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6001" y="0"/>
            <a:ext cx="8200570" cy="6858000"/>
          </a:xfrm>
        </p:spPr>
        <p:txBody>
          <a:bodyPr>
            <a:normAutofit/>
          </a:bodyPr>
          <a:lstStyle/>
          <a:p>
            <a:pPr marL="342900" lvl="3" indent="-342900" algn="just">
              <a:lnSpc>
                <a:spcPct val="150000"/>
              </a:lnSpc>
            </a:pPr>
            <a:r>
              <a:rPr lang="en-US" sz="2000" b="1" dirty="0">
                <a:solidFill>
                  <a:schemeClr val="tx1"/>
                </a:solidFill>
              </a:rPr>
              <a:t>Closed System: </a:t>
            </a:r>
            <a:r>
              <a:rPr lang="en-US" sz="2000" dirty="0">
                <a:solidFill>
                  <a:schemeClr val="tx1"/>
                </a:solidFill>
              </a:rPr>
              <a:t>In which only energy can transfer from system to surrounding or vise versa, no mass transfer across its boundary.</a:t>
            </a:r>
          </a:p>
          <a:p>
            <a:pPr marL="342900" lvl="3" indent="-342900" algn="just">
              <a:lnSpc>
                <a:spcPct val="150000"/>
              </a:lnSpc>
            </a:pPr>
            <a:endParaRPr lang="en-US" sz="2000" dirty="0">
              <a:solidFill>
                <a:schemeClr val="tx1"/>
              </a:solidFill>
            </a:endParaRPr>
          </a:p>
          <a:p>
            <a:pPr marL="342900" lvl="3" indent="-342900" algn="just">
              <a:lnSpc>
                <a:spcPct val="150000"/>
              </a:lnSpc>
            </a:pPr>
            <a:endParaRPr lang="en-US" sz="2000" dirty="0">
              <a:solidFill>
                <a:schemeClr val="tx1"/>
              </a:solidFill>
            </a:endParaRPr>
          </a:p>
          <a:p>
            <a:pPr marL="342900" lvl="3" indent="-342900" algn="just">
              <a:lnSpc>
                <a:spcPct val="150000"/>
              </a:lnSpc>
            </a:pPr>
            <a:endParaRPr lang="en-US" sz="2000" dirty="0">
              <a:solidFill>
                <a:schemeClr val="tx1"/>
              </a:solidFill>
            </a:endParaRPr>
          </a:p>
          <a:p>
            <a:pPr marL="342900" lvl="3" indent="-342900" algn="just">
              <a:lnSpc>
                <a:spcPct val="150000"/>
              </a:lnSpc>
            </a:pPr>
            <a:endParaRPr lang="en-US" sz="2000" dirty="0">
              <a:solidFill>
                <a:schemeClr val="tx1"/>
              </a:solidFill>
            </a:endParaRPr>
          </a:p>
          <a:p>
            <a:pPr marL="342900" lvl="3" indent="-342900" algn="just">
              <a:lnSpc>
                <a:spcPct val="150000"/>
              </a:lnSpc>
            </a:pPr>
            <a:endParaRPr lang="en-US" sz="2000" dirty="0">
              <a:solidFill>
                <a:schemeClr val="tx1"/>
              </a:solidFill>
            </a:endParaRPr>
          </a:p>
          <a:p>
            <a:pPr marL="342900" lvl="3" indent="-342900" algn="just">
              <a:lnSpc>
                <a:spcPct val="150000"/>
              </a:lnSpc>
            </a:pPr>
            <a:endParaRPr lang="en-US" sz="2000" dirty="0">
              <a:solidFill>
                <a:schemeClr val="tx1"/>
              </a:solidFill>
            </a:endParaRPr>
          </a:p>
          <a:p>
            <a:pPr marL="342900" lvl="3" indent="-342900" algn="just">
              <a:lnSpc>
                <a:spcPct val="150000"/>
              </a:lnSpc>
            </a:pPr>
            <a:endParaRPr lang="en-US" sz="2000" dirty="0">
              <a:solidFill>
                <a:schemeClr val="tx1"/>
              </a:solidFill>
            </a:endParaRPr>
          </a:p>
          <a:p>
            <a:pPr marL="342900" lvl="3" indent="-342900" algn="just">
              <a:lnSpc>
                <a:spcPct val="150000"/>
              </a:lnSpc>
            </a:pPr>
            <a:endParaRPr lang="en-US" sz="2000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42CED6-1EB8-410B-8005-336D233EDA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8526" y="2010690"/>
            <a:ext cx="7576684" cy="4588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738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29C447D-4BF2-41D7-9819-8D88EA6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23837"/>
            <a:ext cx="3425371" cy="4601183"/>
          </a:xfrm>
        </p:spPr>
        <p:txBody>
          <a:bodyPr/>
          <a:lstStyle/>
          <a:p>
            <a:r>
              <a:rPr lang="en-IN" dirty="0"/>
              <a:t>Thermodynamic Systems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6C28F71-07C5-40BF-BF43-4D386C21D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6001" y="0"/>
            <a:ext cx="8200570" cy="6858000"/>
          </a:xfrm>
        </p:spPr>
        <p:txBody>
          <a:bodyPr>
            <a:normAutofit/>
          </a:bodyPr>
          <a:lstStyle/>
          <a:p>
            <a:pPr marL="342900" lvl="3" indent="-342900" algn="just">
              <a:lnSpc>
                <a:spcPct val="150000"/>
              </a:lnSpc>
            </a:pPr>
            <a:r>
              <a:rPr lang="en-US" sz="2000" b="1" dirty="0">
                <a:solidFill>
                  <a:schemeClr val="tx1"/>
                </a:solidFill>
              </a:rPr>
              <a:t>Isolated System:</a:t>
            </a:r>
            <a:r>
              <a:rPr lang="en-US" sz="2000" dirty="0">
                <a:solidFill>
                  <a:schemeClr val="tx1"/>
                </a:solidFill>
              </a:rPr>
              <a:t> In which neither energy nor mass can transfer from system to surrounding or vise versa.</a:t>
            </a:r>
          </a:p>
          <a:p>
            <a:pPr marL="342900" lvl="3" indent="-342900" algn="just">
              <a:lnSpc>
                <a:spcPct val="150000"/>
              </a:lnSpc>
            </a:pPr>
            <a:r>
              <a:rPr lang="en-US" sz="2000" b="1" dirty="0">
                <a:solidFill>
                  <a:schemeClr val="tx1"/>
                </a:solidFill>
              </a:rPr>
              <a:t>Examples:</a:t>
            </a:r>
            <a:r>
              <a:rPr lang="en-US" sz="2000" dirty="0">
                <a:solidFill>
                  <a:schemeClr val="tx1"/>
                </a:solidFill>
              </a:rPr>
              <a:t> The universe and perfectly insulated closed vessel (Thermos flask).	</a:t>
            </a:r>
          </a:p>
          <a:p>
            <a:pPr marL="342900" lvl="3" indent="-342900" algn="just">
              <a:lnSpc>
                <a:spcPct val="150000"/>
              </a:lnSpc>
            </a:pPr>
            <a:endParaRPr lang="en-US" sz="2000" dirty="0">
              <a:solidFill>
                <a:schemeClr val="tx1"/>
              </a:solidFill>
            </a:endParaRPr>
          </a:p>
          <a:p>
            <a:pPr marL="342900" lvl="3" indent="-342900" algn="just">
              <a:lnSpc>
                <a:spcPct val="150000"/>
              </a:lnSpc>
            </a:pPr>
            <a:endParaRPr lang="en-US" sz="2000" dirty="0">
              <a:solidFill>
                <a:schemeClr val="tx1"/>
              </a:solidFill>
            </a:endParaRPr>
          </a:p>
          <a:p>
            <a:pPr marL="342900" lvl="3" indent="-342900" algn="just">
              <a:lnSpc>
                <a:spcPct val="150000"/>
              </a:lnSpc>
            </a:pPr>
            <a:endParaRPr lang="en-US" sz="2000" dirty="0">
              <a:solidFill>
                <a:schemeClr val="tx1"/>
              </a:solidFill>
            </a:endParaRPr>
          </a:p>
          <a:p>
            <a:pPr marL="342900" lvl="3" indent="-342900" algn="just">
              <a:lnSpc>
                <a:spcPct val="150000"/>
              </a:lnSpc>
            </a:pPr>
            <a:endParaRPr lang="en-US" sz="2000" dirty="0">
              <a:solidFill>
                <a:schemeClr val="tx1"/>
              </a:solidFill>
            </a:endParaRPr>
          </a:p>
          <a:p>
            <a:pPr marL="342900" lvl="3" indent="-342900" algn="just">
              <a:lnSpc>
                <a:spcPct val="150000"/>
              </a:lnSpc>
            </a:pPr>
            <a:endParaRPr lang="en-US" sz="2000" dirty="0">
              <a:solidFill>
                <a:schemeClr val="tx1"/>
              </a:solidFill>
            </a:endParaRPr>
          </a:p>
          <a:p>
            <a:pPr marL="342900" lvl="3" indent="-342900" algn="just">
              <a:lnSpc>
                <a:spcPct val="150000"/>
              </a:lnSpc>
            </a:pPr>
            <a:endParaRPr lang="en-US" sz="2000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ECD2DA-5F06-49B5-BBD2-A288154DF2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8155" y="3052952"/>
            <a:ext cx="4101497" cy="329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244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Frame</Template>
  <TotalTime>4685</TotalTime>
  <Words>1222</Words>
  <Application>Microsoft Office PowerPoint</Application>
  <PresentationFormat>Widescreen</PresentationFormat>
  <Paragraphs>188</Paragraphs>
  <Slides>29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Calibri</vt:lpstr>
      <vt:lpstr>Corbel</vt:lpstr>
      <vt:lpstr>Wingdings 2</vt:lpstr>
      <vt:lpstr>Frame</vt:lpstr>
      <vt:lpstr>Basic Mechanical Engineering </vt:lpstr>
      <vt:lpstr>Prime Movers</vt:lpstr>
      <vt:lpstr>Types of Prime Movers</vt:lpstr>
      <vt:lpstr>Types of Prime Movers</vt:lpstr>
      <vt:lpstr>Types of Prime Movers</vt:lpstr>
      <vt:lpstr>Types of Prime Movers</vt:lpstr>
      <vt:lpstr>Types of Prime Movers</vt:lpstr>
      <vt:lpstr>Types of Prime Movers</vt:lpstr>
      <vt:lpstr>Force</vt:lpstr>
      <vt:lpstr>Weight and Mass</vt:lpstr>
      <vt:lpstr>Pressure</vt:lpstr>
      <vt:lpstr>Work</vt:lpstr>
      <vt:lpstr>Power</vt:lpstr>
      <vt:lpstr>Energy</vt:lpstr>
      <vt:lpstr>Energy</vt:lpstr>
      <vt:lpstr>Types of Mechanical Energy</vt:lpstr>
      <vt:lpstr>Heat</vt:lpstr>
      <vt:lpstr>Temperature</vt:lpstr>
      <vt:lpstr>Specific Heat Capacity</vt:lpstr>
      <vt:lpstr>Change of State</vt:lpstr>
      <vt:lpstr>Process, path and cycle</vt:lpstr>
      <vt:lpstr>Process, path and cycle</vt:lpstr>
      <vt:lpstr>Internal Energy and Enthalpy</vt:lpstr>
      <vt:lpstr>Laws of Thermodynamics</vt:lpstr>
      <vt:lpstr>Laws of Thermodynamics</vt:lpstr>
      <vt:lpstr>Thermodynamic Systems</vt:lpstr>
      <vt:lpstr>Thermodynamic Systems</vt:lpstr>
      <vt:lpstr>Thermodynamic Systems</vt:lpstr>
      <vt:lpstr>Thermodynamic Systems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 to the online  certificate  course</dc:title>
  <dc:creator>Deepak Mashru</dc:creator>
  <cp:lastModifiedBy>DigitBrew</cp:lastModifiedBy>
  <cp:revision>361</cp:revision>
  <dcterms:created xsi:type="dcterms:W3CDTF">2019-05-12T04:30:40Z</dcterms:created>
  <dcterms:modified xsi:type="dcterms:W3CDTF">2024-04-04T16:57:26Z</dcterms:modified>
</cp:coreProperties>
</file>