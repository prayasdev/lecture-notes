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66" r:id="rId5"/>
    <p:sldId id="271" r:id="rId6"/>
    <p:sldId id="259" r:id="rId7"/>
    <p:sldId id="272" r:id="rId8"/>
    <p:sldId id="260" r:id="rId9"/>
    <p:sldId id="273" r:id="rId10"/>
    <p:sldId id="261" r:id="rId11"/>
    <p:sldId id="274" r:id="rId12"/>
    <p:sldId id="262" r:id="rId13"/>
    <p:sldId id="275" r:id="rId14"/>
    <p:sldId id="263" r:id="rId15"/>
    <p:sldId id="276" r:id="rId16"/>
    <p:sldId id="264" r:id="rId17"/>
    <p:sldId id="277" r:id="rId18"/>
    <p:sldId id="265" r:id="rId19"/>
    <p:sldId id="278" r:id="rId20"/>
    <p:sldId id="268" r:id="rId21"/>
    <p:sldId id="267"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umi Ray" userId="aabc61b048ecfdaf" providerId="LiveId" clId="{7185254F-939A-47CB-957E-AF975C3F3800}"/>
    <pc:docChg chg="undo redo custSel addSld delSld modSld">
      <pc:chgData name="Mousumi Ray" userId="aabc61b048ecfdaf" providerId="LiveId" clId="{7185254F-939A-47CB-957E-AF975C3F3800}" dt="2026-04-19T05:48:34.486" v="1859" actId="2711"/>
      <pc:docMkLst>
        <pc:docMk/>
      </pc:docMkLst>
      <pc:sldChg chg="modSp new mod setBg">
        <pc:chgData name="Mousumi Ray" userId="aabc61b048ecfdaf" providerId="LiveId" clId="{7185254F-939A-47CB-957E-AF975C3F3800}" dt="2026-04-19T05:41:04.377" v="1782" actId="14100"/>
        <pc:sldMkLst>
          <pc:docMk/>
          <pc:sldMk cId="649625731" sldId="256"/>
        </pc:sldMkLst>
        <pc:spChg chg="mod">
          <ac:chgData name="Mousumi Ray" userId="aabc61b048ecfdaf" providerId="LiveId" clId="{7185254F-939A-47CB-957E-AF975C3F3800}" dt="2026-04-19T05:40:42.927" v="1775" actId="1076"/>
          <ac:spMkLst>
            <pc:docMk/>
            <pc:sldMk cId="649625731" sldId="256"/>
            <ac:spMk id="2" creationId="{A8059761-5E81-8AEB-9D19-1FB297105557}"/>
          </ac:spMkLst>
        </pc:spChg>
        <pc:spChg chg="mod">
          <ac:chgData name="Mousumi Ray" userId="aabc61b048ecfdaf" providerId="LiveId" clId="{7185254F-939A-47CB-957E-AF975C3F3800}" dt="2026-04-19T05:41:04.377" v="1782" actId="14100"/>
          <ac:spMkLst>
            <pc:docMk/>
            <pc:sldMk cId="649625731" sldId="256"/>
            <ac:spMk id="3" creationId="{BF0F46D6-07B1-E385-F5BA-E776F33A1148}"/>
          </ac:spMkLst>
        </pc:spChg>
      </pc:sldChg>
      <pc:sldChg chg="new del">
        <pc:chgData name="Mousumi Ray" userId="aabc61b048ecfdaf" providerId="LiveId" clId="{7185254F-939A-47CB-957E-AF975C3F3800}" dt="2026-04-12T05:39:43.754" v="1" actId="680"/>
        <pc:sldMkLst>
          <pc:docMk/>
          <pc:sldMk cId="4287161891" sldId="256"/>
        </pc:sldMkLst>
      </pc:sldChg>
      <pc:sldChg chg="addSp delSp modSp new mod">
        <pc:chgData name="Mousumi Ray" userId="aabc61b048ecfdaf" providerId="LiveId" clId="{7185254F-939A-47CB-957E-AF975C3F3800}" dt="2026-04-17T01:05:07.365" v="616" actId="27636"/>
        <pc:sldMkLst>
          <pc:docMk/>
          <pc:sldMk cId="1681382059" sldId="257"/>
        </pc:sldMkLst>
        <pc:spChg chg="mod">
          <ac:chgData name="Mousumi Ray" userId="aabc61b048ecfdaf" providerId="LiveId" clId="{7185254F-939A-47CB-957E-AF975C3F3800}" dt="2026-04-13T11:31:51.339" v="163" actId="14100"/>
          <ac:spMkLst>
            <pc:docMk/>
            <pc:sldMk cId="1681382059" sldId="257"/>
            <ac:spMk id="2" creationId="{CB6B9C8F-0A6A-853C-3EC5-82B25F7F747D}"/>
          </ac:spMkLst>
        </pc:spChg>
        <pc:spChg chg="mod">
          <ac:chgData name="Mousumi Ray" userId="aabc61b048ecfdaf" providerId="LiveId" clId="{7185254F-939A-47CB-957E-AF975C3F3800}" dt="2026-04-17T01:05:07.365" v="616" actId="27636"/>
          <ac:spMkLst>
            <pc:docMk/>
            <pc:sldMk cId="1681382059" sldId="257"/>
            <ac:spMk id="3" creationId="{D13652F0-A196-BDA6-A2D5-4E612195932E}"/>
          </ac:spMkLst>
        </pc:spChg>
      </pc:sldChg>
      <pc:sldChg chg="addSp delSp modSp new mod">
        <pc:chgData name="Mousumi Ray" userId="aabc61b048ecfdaf" providerId="LiveId" clId="{7185254F-939A-47CB-957E-AF975C3F3800}" dt="2026-04-17T01:07:53.490" v="628"/>
        <pc:sldMkLst>
          <pc:docMk/>
          <pc:sldMk cId="2534796216" sldId="258"/>
        </pc:sldMkLst>
        <pc:spChg chg="mod">
          <ac:chgData name="Mousumi Ray" userId="aabc61b048ecfdaf" providerId="LiveId" clId="{7185254F-939A-47CB-957E-AF975C3F3800}" dt="2026-04-13T11:34:18.666" v="245" actId="27636"/>
          <ac:spMkLst>
            <pc:docMk/>
            <pc:sldMk cId="2534796216" sldId="258"/>
            <ac:spMk id="2" creationId="{8F2419D8-90F0-51A5-4F47-9E204B516F96}"/>
          </ac:spMkLst>
        </pc:spChg>
        <pc:spChg chg="mod">
          <ac:chgData name="Mousumi Ray" userId="aabc61b048ecfdaf" providerId="LiveId" clId="{7185254F-939A-47CB-957E-AF975C3F3800}" dt="2026-04-17T01:07:53.490" v="628"/>
          <ac:spMkLst>
            <pc:docMk/>
            <pc:sldMk cId="2534796216" sldId="258"/>
            <ac:spMk id="3" creationId="{4C6A9E8A-B924-3574-2D51-2A6701765E47}"/>
          </ac:spMkLst>
        </pc:spChg>
      </pc:sldChg>
      <pc:sldChg chg="addSp delSp modSp new mod">
        <pc:chgData name="Mousumi Ray" userId="aabc61b048ecfdaf" providerId="LiveId" clId="{7185254F-939A-47CB-957E-AF975C3F3800}" dt="2026-04-19T05:48:18.626" v="1856" actId="20577"/>
        <pc:sldMkLst>
          <pc:docMk/>
          <pc:sldMk cId="3427333395" sldId="259"/>
        </pc:sldMkLst>
        <pc:spChg chg="mod">
          <ac:chgData name="Mousumi Ray" userId="aabc61b048ecfdaf" providerId="LiveId" clId="{7185254F-939A-47CB-957E-AF975C3F3800}" dt="2026-04-17T02:17:57.164" v="1375" actId="14100"/>
          <ac:spMkLst>
            <pc:docMk/>
            <pc:sldMk cId="3427333395" sldId="259"/>
            <ac:spMk id="2" creationId="{26968CF2-54C2-DE88-6460-829A1BA44659}"/>
          </ac:spMkLst>
        </pc:spChg>
        <pc:spChg chg="mod">
          <ac:chgData name="Mousumi Ray" userId="aabc61b048ecfdaf" providerId="LiveId" clId="{7185254F-939A-47CB-957E-AF975C3F3800}" dt="2026-04-19T05:48:05.666" v="1853" actId="2711"/>
          <ac:spMkLst>
            <pc:docMk/>
            <pc:sldMk cId="3427333395" sldId="259"/>
            <ac:spMk id="3" creationId="{A3D9E07F-967D-D27D-AB9E-EB240DC2FACD}"/>
          </ac:spMkLst>
        </pc:spChg>
        <pc:spChg chg="add mod">
          <ac:chgData name="Mousumi Ray" userId="aabc61b048ecfdaf" providerId="LiveId" clId="{7185254F-939A-47CB-957E-AF975C3F3800}" dt="2026-04-19T05:48:18.626" v="1856" actId="20577"/>
          <ac:spMkLst>
            <pc:docMk/>
            <pc:sldMk cId="3427333395" sldId="259"/>
            <ac:spMk id="5" creationId="{2D402A8B-D2F9-9ED2-E9CA-3EBB143F34A9}"/>
          </ac:spMkLst>
        </pc:spChg>
      </pc:sldChg>
      <pc:sldChg chg="addSp delSp modSp new mod">
        <pc:chgData name="Mousumi Ray" userId="aabc61b048ecfdaf" providerId="LiveId" clId="{7185254F-939A-47CB-957E-AF975C3F3800}" dt="2026-04-19T05:47:51.109" v="1850" actId="2711"/>
        <pc:sldMkLst>
          <pc:docMk/>
          <pc:sldMk cId="1947755775" sldId="260"/>
        </pc:sldMkLst>
        <pc:spChg chg="mod">
          <ac:chgData name="Mousumi Ray" userId="aabc61b048ecfdaf" providerId="LiveId" clId="{7185254F-939A-47CB-957E-AF975C3F3800}" dt="2026-04-17T02:10:09.722" v="1301" actId="14100"/>
          <ac:spMkLst>
            <pc:docMk/>
            <pc:sldMk cId="1947755775" sldId="260"/>
            <ac:spMk id="2" creationId="{EFB9A4AF-848A-409B-DCD5-7AE528A605C2}"/>
          </ac:spMkLst>
        </pc:spChg>
        <pc:spChg chg="mod">
          <ac:chgData name="Mousumi Ray" userId="aabc61b048ecfdaf" providerId="LiveId" clId="{7185254F-939A-47CB-957E-AF975C3F3800}" dt="2026-04-19T05:47:51.109" v="1850" actId="2711"/>
          <ac:spMkLst>
            <pc:docMk/>
            <pc:sldMk cId="1947755775" sldId="260"/>
            <ac:spMk id="3" creationId="{00FAF590-49B2-EA2E-C127-859D6F130E27}"/>
          </ac:spMkLst>
        </pc:spChg>
        <pc:spChg chg="add mod">
          <ac:chgData name="Mousumi Ray" userId="aabc61b048ecfdaf" providerId="LiveId" clId="{7185254F-939A-47CB-957E-AF975C3F3800}" dt="2026-04-17T04:26:36.243" v="1513" actId="1076"/>
          <ac:spMkLst>
            <pc:docMk/>
            <pc:sldMk cId="1947755775" sldId="260"/>
            <ac:spMk id="4" creationId="{98590FE5-0030-04D0-FAF4-8A7225045270}"/>
          </ac:spMkLst>
        </pc:spChg>
        <pc:picChg chg="add mod">
          <ac:chgData name="Mousumi Ray" userId="aabc61b048ecfdaf" providerId="LiveId" clId="{7185254F-939A-47CB-957E-AF975C3F3800}" dt="2026-04-17T01:55:45.350" v="1114" actId="14100"/>
          <ac:picMkLst>
            <pc:docMk/>
            <pc:sldMk cId="1947755775" sldId="260"/>
            <ac:picMk id="6" creationId="{29F5DCAB-9FFA-5BE4-C5A3-16BB766A4CE3}"/>
          </ac:picMkLst>
        </pc:picChg>
      </pc:sldChg>
      <pc:sldChg chg="addSp delSp modSp new mod setBg">
        <pc:chgData name="Mousumi Ray" userId="aabc61b048ecfdaf" providerId="LiveId" clId="{7185254F-939A-47CB-957E-AF975C3F3800}" dt="2026-04-19T05:47:32.337" v="1846" actId="2711"/>
        <pc:sldMkLst>
          <pc:docMk/>
          <pc:sldMk cId="3250368467" sldId="261"/>
        </pc:sldMkLst>
        <pc:spChg chg="mod">
          <ac:chgData name="Mousumi Ray" userId="aabc61b048ecfdaf" providerId="LiveId" clId="{7185254F-939A-47CB-957E-AF975C3F3800}" dt="2026-04-17T02:17:48.515" v="1374" actId="14100"/>
          <ac:spMkLst>
            <pc:docMk/>
            <pc:sldMk cId="3250368467" sldId="261"/>
            <ac:spMk id="2" creationId="{B7C89B89-281E-35E8-D9C0-263575702837}"/>
          </ac:spMkLst>
        </pc:spChg>
        <pc:spChg chg="mod">
          <ac:chgData name="Mousumi Ray" userId="aabc61b048ecfdaf" providerId="LiveId" clId="{7185254F-939A-47CB-957E-AF975C3F3800}" dt="2026-04-19T05:47:32.337" v="1846" actId="2711"/>
          <ac:spMkLst>
            <pc:docMk/>
            <pc:sldMk cId="3250368467" sldId="261"/>
            <ac:spMk id="3" creationId="{FF7809A1-EEC2-C3D3-9A3E-2F7C71B9F109}"/>
          </ac:spMkLst>
        </pc:spChg>
        <pc:spChg chg="add mod">
          <ac:chgData name="Mousumi Ray" userId="aabc61b048ecfdaf" providerId="LiveId" clId="{7185254F-939A-47CB-957E-AF975C3F3800}" dt="2026-04-17T04:26:25.743" v="1511" actId="1076"/>
          <ac:spMkLst>
            <pc:docMk/>
            <pc:sldMk cId="3250368467" sldId="261"/>
            <ac:spMk id="4" creationId="{B28E5D31-8F85-3F7F-FDD4-D36C08ECED6B}"/>
          </ac:spMkLst>
        </pc:spChg>
        <pc:picChg chg="add mod">
          <ac:chgData name="Mousumi Ray" userId="aabc61b048ecfdaf" providerId="LiveId" clId="{7185254F-939A-47CB-957E-AF975C3F3800}" dt="2026-04-17T01:50:40.448" v="1072" actId="14100"/>
          <ac:picMkLst>
            <pc:docMk/>
            <pc:sldMk cId="3250368467" sldId="261"/>
            <ac:picMk id="6" creationId="{0D371498-AD24-16A5-4C21-F8CC767B65A1}"/>
          </ac:picMkLst>
        </pc:picChg>
      </pc:sldChg>
      <pc:sldChg chg="addSp delSp modSp new mod">
        <pc:chgData name="Mousumi Ray" userId="aabc61b048ecfdaf" providerId="LiveId" clId="{7185254F-939A-47CB-957E-AF975C3F3800}" dt="2026-04-19T05:47:14.079" v="1841" actId="404"/>
        <pc:sldMkLst>
          <pc:docMk/>
          <pc:sldMk cId="839245652" sldId="262"/>
        </pc:sldMkLst>
        <pc:spChg chg="mod">
          <ac:chgData name="Mousumi Ray" userId="aabc61b048ecfdaf" providerId="LiveId" clId="{7185254F-939A-47CB-957E-AF975C3F3800}" dt="2026-04-17T02:09:19.035" v="1289" actId="20577"/>
          <ac:spMkLst>
            <pc:docMk/>
            <pc:sldMk cId="839245652" sldId="262"/>
            <ac:spMk id="2" creationId="{41967156-39D5-FE4F-B1AC-B0956AEAC293}"/>
          </ac:spMkLst>
        </pc:spChg>
        <pc:spChg chg="add del mod">
          <ac:chgData name="Mousumi Ray" userId="aabc61b048ecfdaf" providerId="LiveId" clId="{7185254F-939A-47CB-957E-AF975C3F3800}" dt="2026-04-19T05:47:14.079" v="1841" actId="404"/>
          <ac:spMkLst>
            <pc:docMk/>
            <pc:sldMk cId="839245652" sldId="262"/>
            <ac:spMk id="3" creationId="{D5908D0A-6805-DBC3-7D75-7A9853F1194A}"/>
          </ac:spMkLst>
        </pc:spChg>
        <pc:spChg chg="add mod">
          <ac:chgData name="Mousumi Ray" userId="aabc61b048ecfdaf" providerId="LiveId" clId="{7185254F-939A-47CB-957E-AF975C3F3800}" dt="2026-04-17T04:26:17.832" v="1509" actId="14100"/>
          <ac:spMkLst>
            <pc:docMk/>
            <pc:sldMk cId="839245652" sldId="262"/>
            <ac:spMk id="4" creationId="{5723087F-82DC-C344-F26F-3C0695E50B54}"/>
          </ac:spMkLst>
        </pc:spChg>
        <pc:picChg chg="add mod">
          <ac:chgData name="Mousumi Ray" userId="aabc61b048ecfdaf" providerId="LiveId" clId="{7185254F-939A-47CB-957E-AF975C3F3800}" dt="2026-04-17T02:02:57.129" v="1196" actId="14100"/>
          <ac:picMkLst>
            <pc:docMk/>
            <pc:sldMk cId="839245652" sldId="262"/>
            <ac:picMk id="8" creationId="{CCD672AF-A21C-B52F-04D2-403571BE9AF6}"/>
          </ac:picMkLst>
        </pc:picChg>
      </pc:sldChg>
      <pc:sldChg chg="addSp delSp modSp new mod">
        <pc:chgData name="Mousumi Ray" userId="aabc61b048ecfdaf" providerId="LiveId" clId="{7185254F-939A-47CB-957E-AF975C3F3800}" dt="2026-04-19T05:46:53.373" v="1836" actId="255"/>
        <pc:sldMkLst>
          <pc:docMk/>
          <pc:sldMk cId="3561985999" sldId="263"/>
        </pc:sldMkLst>
        <pc:spChg chg="mod">
          <ac:chgData name="Mousumi Ray" userId="aabc61b048ecfdaf" providerId="LiveId" clId="{7185254F-939A-47CB-957E-AF975C3F3800}" dt="2026-04-17T02:09:23.147" v="1290" actId="20577"/>
          <ac:spMkLst>
            <pc:docMk/>
            <pc:sldMk cId="3561985999" sldId="263"/>
            <ac:spMk id="2" creationId="{9148743C-AD80-90D5-FAF0-1E1599D8B118}"/>
          </ac:spMkLst>
        </pc:spChg>
        <pc:spChg chg="mod">
          <ac:chgData name="Mousumi Ray" userId="aabc61b048ecfdaf" providerId="LiveId" clId="{7185254F-939A-47CB-957E-AF975C3F3800}" dt="2026-04-19T05:46:53.373" v="1836" actId="255"/>
          <ac:spMkLst>
            <pc:docMk/>
            <pc:sldMk cId="3561985999" sldId="263"/>
            <ac:spMk id="3" creationId="{BB7A3C22-7F99-F410-01A6-8224D64187A7}"/>
          </ac:spMkLst>
        </pc:spChg>
        <pc:spChg chg="add mod">
          <ac:chgData name="Mousumi Ray" userId="aabc61b048ecfdaf" providerId="LiveId" clId="{7185254F-939A-47CB-957E-AF975C3F3800}" dt="2026-04-17T04:26:04.884" v="1507" actId="20577"/>
          <ac:spMkLst>
            <pc:docMk/>
            <pc:sldMk cId="3561985999" sldId="263"/>
            <ac:spMk id="4" creationId="{EE88B8B5-25C4-D4CD-44EA-85D8A41D9E3D}"/>
          </ac:spMkLst>
        </pc:spChg>
        <pc:picChg chg="add mod">
          <ac:chgData name="Mousumi Ray" userId="aabc61b048ecfdaf" providerId="LiveId" clId="{7185254F-939A-47CB-957E-AF975C3F3800}" dt="2026-04-17T02:05:14.427" v="1233" actId="14100"/>
          <ac:picMkLst>
            <pc:docMk/>
            <pc:sldMk cId="3561985999" sldId="263"/>
            <ac:picMk id="6" creationId="{FC15719F-8EC4-C4A6-F893-30988F0FC2D5}"/>
          </ac:picMkLst>
        </pc:picChg>
      </pc:sldChg>
      <pc:sldChg chg="addSp delSp modSp new mod">
        <pc:chgData name="Mousumi Ray" userId="aabc61b048ecfdaf" providerId="LiveId" clId="{7185254F-939A-47CB-957E-AF975C3F3800}" dt="2026-04-19T05:46:29.101" v="1828"/>
        <pc:sldMkLst>
          <pc:docMk/>
          <pc:sldMk cId="3341215186" sldId="264"/>
        </pc:sldMkLst>
        <pc:spChg chg="mod">
          <ac:chgData name="Mousumi Ray" userId="aabc61b048ecfdaf" providerId="LiveId" clId="{7185254F-939A-47CB-957E-AF975C3F3800}" dt="2026-04-17T02:09:28.198" v="1291" actId="20577"/>
          <ac:spMkLst>
            <pc:docMk/>
            <pc:sldMk cId="3341215186" sldId="264"/>
            <ac:spMk id="2" creationId="{8BC78F98-074C-946E-FC10-338F6AA9120E}"/>
          </ac:spMkLst>
        </pc:spChg>
        <pc:spChg chg="mod">
          <ac:chgData name="Mousumi Ray" userId="aabc61b048ecfdaf" providerId="LiveId" clId="{7185254F-939A-47CB-957E-AF975C3F3800}" dt="2026-04-19T05:46:29.101" v="1828"/>
          <ac:spMkLst>
            <pc:docMk/>
            <pc:sldMk cId="3341215186" sldId="264"/>
            <ac:spMk id="3" creationId="{E4A78E41-22E0-656B-0525-4ED16BABDCE6}"/>
          </ac:spMkLst>
        </pc:spChg>
        <pc:spChg chg="add mod">
          <ac:chgData name="Mousumi Ray" userId="aabc61b048ecfdaf" providerId="LiveId" clId="{7185254F-939A-47CB-957E-AF975C3F3800}" dt="2026-04-17T04:25:56.150" v="1506" actId="1076"/>
          <ac:spMkLst>
            <pc:docMk/>
            <pc:sldMk cId="3341215186" sldId="264"/>
            <ac:spMk id="4" creationId="{0A6E8E77-DA21-F089-B7C5-C378E49CD367}"/>
          </ac:spMkLst>
        </pc:spChg>
        <pc:picChg chg="add mod">
          <ac:chgData name="Mousumi Ray" userId="aabc61b048ecfdaf" providerId="LiveId" clId="{7185254F-939A-47CB-957E-AF975C3F3800}" dt="2026-04-17T02:08:18.447" v="1265" actId="14100"/>
          <ac:picMkLst>
            <pc:docMk/>
            <pc:sldMk cId="3341215186" sldId="264"/>
            <ac:picMk id="6" creationId="{AD28518F-D379-62FF-2F20-2C9E48350571}"/>
          </ac:picMkLst>
        </pc:picChg>
      </pc:sldChg>
      <pc:sldChg chg="addSp delSp modSp new mod">
        <pc:chgData name="Mousumi Ray" userId="aabc61b048ecfdaf" providerId="LiveId" clId="{7185254F-939A-47CB-957E-AF975C3F3800}" dt="2026-04-19T05:46:19.358" v="1824" actId="404"/>
        <pc:sldMkLst>
          <pc:docMk/>
          <pc:sldMk cId="427555944" sldId="265"/>
        </pc:sldMkLst>
        <pc:spChg chg="mod">
          <ac:chgData name="Mousumi Ray" userId="aabc61b048ecfdaf" providerId="LiveId" clId="{7185254F-939A-47CB-957E-AF975C3F3800}" dt="2026-04-17T02:17:41.217" v="1373" actId="14100"/>
          <ac:spMkLst>
            <pc:docMk/>
            <pc:sldMk cId="427555944" sldId="265"/>
            <ac:spMk id="2" creationId="{5173A63D-FBF2-C33F-5E7B-2E3685CD12E4}"/>
          </ac:spMkLst>
        </pc:spChg>
        <pc:spChg chg="mod">
          <ac:chgData name="Mousumi Ray" userId="aabc61b048ecfdaf" providerId="LiveId" clId="{7185254F-939A-47CB-957E-AF975C3F3800}" dt="2026-04-19T05:46:19.358" v="1824" actId="404"/>
          <ac:spMkLst>
            <pc:docMk/>
            <pc:sldMk cId="427555944" sldId="265"/>
            <ac:spMk id="3" creationId="{F76F62C4-B9C2-2F4A-1403-DFAC92B2B9DC}"/>
          </ac:spMkLst>
        </pc:spChg>
        <pc:spChg chg="add mod">
          <ac:chgData name="Mousumi Ray" userId="aabc61b048ecfdaf" providerId="LiveId" clId="{7185254F-939A-47CB-957E-AF975C3F3800}" dt="2026-04-17T04:25:40.263" v="1503" actId="1076"/>
          <ac:spMkLst>
            <pc:docMk/>
            <pc:sldMk cId="427555944" sldId="265"/>
            <ac:spMk id="4" creationId="{62D942D1-B161-C554-E540-A8F0CCAA3CD3}"/>
          </ac:spMkLst>
        </pc:spChg>
        <pc:picChg chg="add mod">
          <ac:chgData name="Mousumi Ray" userId="aabc61b048ecfdaf" providerId="LiveId" clId="{7185254F-939A-47CB-957E-AF975C3F3800}" dt="2026-04-17T02:13:09.522" v="1335" actId="14100"/>
          <ac:picMkLst>
            <pc:docMk/>
            <pc:sldMk cId="427555944" sldId="265"/>
            <ac:picMk id="6" creationId="{4EC2D840-F42F-75F8-F83A-198943CC9E39}"/>
          </ac:picMkLst>
        </pc:picChg>
      </pc:sldChg>
      <pc:sldChg chg="addSp modSp new mod">
        <pc:chgData name="Mousumi Ray" userId="aabc61b048ecfdaf" providerId="LiveId" clId="{7185254F-939A-47CB-957E-AF975C3F3800}" dt="2026-04-19T05:48:34.486" v="1859" actId="2711"/>
        <pc:sldMkLst>
          <pc:docMk/>
          <pc:sldMk cId="2828636439" sldId="266"/>
        </pc:sldMkLst>
        <pc:spChg chg="mod">
          <ac:chgData name="Mousumi Ray" userId="aabc61b048ecfdaf" providerId="LiveId" clId="{7185254F-939A-47CB-957E-AF975C3F3800}" dt="2026-04-17T01:59:01.841" v="1144" actId="14100"/>
          <ac:spMkLst>
            <pc:docMk/>
            <pc:sldMk cId="2828636439" sldId="266"/>
            <ac:spMk id="2" creationId="{2603A300-20BD-4341-E6E7-F04A0BD6DFDE}"/>
          </ac:spMkLst>
        </pc:spChg>
        <pc:spChg chg="mod">
          <ac:chgData name="Mousumi Ray" userId="aabc61b048ecfdaf" providerId="LiveId" clId="{7185254F-939A-47CB-957E-AF975C3F3800}" dt="2026-04-19T05:48:34.486" v="1859" actId="2711"/>
          <ac:spMkLst>
            <pc:docMk/>
            <pc:sldMk cId="2828636439" sldId="266"/>
            <ac:spMk id="3" creationId="{71859233-16BB-CE5F-5FD3-5EBABBF46EF8}"/>
          </ac:spMkLst>
        </pc:spChg>
        <pc:picChg chg="add mod">
          <ac:chgData name="Mousumi Ray" userId="aabc61b048ecfdaf" providerId="LiveId" clId="{7185254F-939A-47CB-957E-AF975C3F3800}" dt="2026-04-17T01:59:05.493" v="1145" actId="1076"/>
          <ac:picMkLst>
            <pc:docMk/>
            <pc:sldMk cId="2828636439" sldId="266"/>
            <ac:picMk id="5" creationId="{D5C20449-7B6C-A20D-6402-80B950E513D8}"/>
          </ac:picMkLst>
        </pc:picChg>
        <pc:picChg chg="add mod">
          <ac:chgData name="Mousumi Ray" userId="aabc61b048ecfdaf" providerId="LiveId" clId="{7185254F-939A-47CB-957E-AF975C3F3800}" dt="2026-04-17T01:58:20.634" v="1135" actId="14100"/>
          <ac:picMkLst>
            <pc:docMk/>
            <pc:sldMk cId="2828636439" sldId="266"/>
            <ac:picMk id="7" creationId="{16B66629-E0BA-DE3B-AD95-3CAEDA7CFDA6}"/>
          </ac:picMkLst>
        </pc:picChg>
      </pc:sldChg>
      <pc:sldChg chg="modSp new mod">
        <pc:chgData name="Mousumi Ray" userId="aabc61b048ecfdaf" providerId="LiveId" clId="{7185254F-939A-47CB-957E-AF975C3F3800}" dt="2026-04-19T05:45:52.080" v="1820" actId="404"/>
        <pc:sldMkLst>
          <pc:docMk/>
          <pc:sldMk cId="2053113852" sldId="267"/>
        </pc:sldMkLst>
        <pc:spChg chg="mod">
          <ac:chgData name="Mousumi Ray" userId="aabc61b048ecfdaf" providerId="LiveId" clId="{7185254F-939A-47CB-957E-AF975C3F3800}" dt="2026-04-17T02:17:27.865" v="1372" actId="1076"/>
          <ac:spMkLst>
            <pc:docMk/>
            <pc:sldMk cId="2053113852" sldId="267"/>
            <ac:spMk id="2" creationId="{29CD7204-DB4E-D57A-6BA7-C1F7BCF63E96}"/>
          </ac:spMkLst>
        </pc:spChg>
        <pc:spChg chg="mod">
          <ac:chgData name="Mousumi Ray" userId="aabc61b048ecfdaf" providerId="LiveId" clId="{7185254F-939A-47CB-957E-AF975C3F3800}" dt="2026-04-19T05:45:52.080" v="1820" actId="404"/>
          <ac:spMkLst>
            <pc:docMk/>
            <pc:sldMk cId="2053113852" sldId="267"/>
            <ac:spMk id="3" creationId="{A9B9C541-DD86-43B8-D1B9-960FABF60CED}"/>
          </ac:spMkLst>
        </pc:spChg>
      </pc:sldChg>
      <pc:sldChg chg="addSp modSp new mod setBg">
        <pc:chgData name="Mousumi Ray" userId="aabc61b048ecfdaf" providerId="LiveId" clId="{7185254F-939A-47CB-957E-AF975C3F3800}" dt="2026-04-19T05:40:16.783" v="1772"/>
        <pc:sldMkLst>
          <pc:docMk/>
          <pc:sldMk cId="2293897457" sldId="268"/>
        </pc:sldMkLst>
        <pc:spChg chg="add mod">
          <ac:chgData name="Mousumi Ray" userId="aabc61b048ecfdaf" providerId="LiveId" clId="{7185254F-939A-47CB-957E-AF975C3F3800}" dt="2026-04-19T05:40:02.373" v="1771" actId="14100"/>
          <ac:spMkLst>
            <pc:docMk/>
            <pc:sldMk cId="2293897457" sldId="268"/>
            <ac:spMk id="2" creationId="{44204013-E580-3F6E-BECA-D52CC1D77E2D}"/>
          </ac:spMkLst>
        </pc:spChg>
        <pc:picChg chg="add mod">
          <ac:chgData name="Mousumi Ray" userId="aabc61b048ecfdaf" providerId="LiveId" clId="{7185254F-939A-47CB-957E-AF975C3F3800}" dt="2026-04-19T05:39:48.990" v="1769" actId="14100"/>
          <ac:picMkLst>
            <pc:docMk/>
            <pc:sldMk cId="2293897457" sldId="268"/>
            <ac:picMk id="4" creationId="{4DF7E696-8E2C-E3BA-1B39-B4A2D8F01403}"/>
          </ac:picMkLst>
        </pc:picChg>
        <pc:picChg chg="add mod">
          <ac:chgData name="Mousumi Ray" userId="aabc61b048ecfdaf" providerId="LiveId" clId="{7185254F-939A-47CB-957E-AF975C3F3800}" dt="2026-04-19T05:38:50.828" v="1759" actId="14100"/>
          <ac:picMkLst>
            <pc:docMk/>
            <pc:sldMk cId="2293897457" sldId="268"/>
            <ac:picMk id="1026" creationId="{941030B1-4EB2-4736-BBDE-432B54C3E4DC}"/>
          </ac:picMkLst>
        </pc:picChg>
      </pc:sldChg>
      <pc:sldChg chg="modSp new del mod">
        <pc:chgData name="Mousumi Ray" userId="aabc61b048ecfdaf" providerId="LiveId" clId="{7185254F-939A-47CB-957E-AF975C3F3800}" dt="2026-04-17T01:39:20.614" v="1053" actId="2696"/>
        <pc:sldMkLst>
          <pc:docMk/>
          <pc:sldMk cId="3870960897" sldId="269"/>
        </pc:sldMkLst>
      </pc:sldChg>
      <pc:sldChg chg="addSp delSp modSp new mod">
        <pc:chgData name="Mousumi Ray" userId="aabc61b048ecfdaf" providerId="LiveId" clId="{7185254F-939A-47CB-957E-AF975C3F3800}" dt="2026-04-17T02:16:55.432" v="1366" actId="14100"/>
        <pc:sldMkLst>
          <pc:docMk/>
          <pc:sldMk cId="4248765015" sldId="270"/>
        </pc:sldMkLst>
        <pc:spChg chg="add mod">
          <ac:chgData name="Mousumi Ray" userId="aabc61b048ecfdaf" providerId="LiveId" clId="{7185254F-939A-47CB-957E-AF975C3F3800}" dt="2026-04-17T02:16:55.432" v="1366" actId="14100"/>
          <ac:spMkLst>
            <pc:docMk/>
            <pc:sldMk cId="4248765015" sldId="270"/>
            <ac:spMk id="2" creationId="{A35B5ADD-7D46-53C1-B3DF-3E99E23649F9}"/>
          </ac:spMkLst>
        </pc:spChg>
        <pc:spChg chg="add mod">
          <ac:chgData name="Mousumi Ray" userId="aabc61b048ecfdaf" providerId="LiveId" clId="{7185254F-939A-47CB-957E-AF975C3F3800}" dt="2026-04-17T02:15:29.994" v="1354" actId="1076"/>
          <ac:spMkLst>
            <pc:docMk/>
            <pc:sldMk cId="4248765015" sldId="270"/>
            <ac:spMk id="5" creationId="{D24B5424-577A-911F-81B1-D6CC1FF5B97C}"/>
          </ac:spMkLst>
        </pc:spChg>
        <pc:picChg chg="add mod">
          <ac:chgData name="Mousumi Ray" userId="aabc61b048ecfdaf" providerId="LiveId" clId="{7185254F-939A-47CB-957E-AF975C3F3800}" dt="2026-04-17T02:16:02.591" v="1360" actId="14100"/>
          <ac:picMkLst>
            <pc:docMk/>
            <pc:sldMk cId="4248765015" sldId="270"/>
            <ac:picMk id="8" creationId="{E14B080B-1C7D-36A0-3D30-2ADA390F4830}"/>
          </ac:picMkLst>
        </pc:picChg>
      </pc:sldChg>
      <pc:sldChg chg="addSp modSp new mod">
        <pc:chgData name="Mousumi Ray" userId="aabc61b048ecfdaf" providerId="LiveId" clId="{7185254F-939A-47CB-957E-AF975C3F3800}" dt="2026-04-19T05:48:27.418" v="1857" actId="2711"/>
        <pc:sldMkLst>
          <pc:docMk/>
          <pc:sldMk cId="3335198986" sldId="271"/>
        </pc:sldMkLst>
        <pc:spChg chg="add mod">
          <ac:chgData name="Mousumi Ray" userId="aabc61b048ecfdaf" providerId="LiveId" clId="{7185254F-939A-47CB-957E-AF975C3F3800}" dt="2026-04-19T05:48:27.418" v="1857" actId="2711"/>
          <ac:spMkLst>
            <pc:docMk/>
            <pc:sldMk cId="3335198986" sldId="271"/>
            <ac:spMk id="2" creationId="{E50F7CB9-317C-4BCC-4567-FB69625BF5FA}"/>
          </ac:spMkLst>
        </pc:spChg>
        <pc:spChg chg="add mod">
          <ac:chgData name="Mousumi Ray" userId="aabc61b048ecfdaf" providerId="LiveId" clId="{7185254F-939A-47CB-957E-AF975C3F3800}" dt="2026-04-19T05:18:44.250" v="1524" actId="767"/>
          <ac:spMkLst>
            <pc:docMk/>
            <pc:sldMk cId="3335198986" sldId="271"/>
            <ac:spMk id="3" creationId="{B0221952-817F-F3FD-D309-43F7F1349DA0}"/>
          </ac:spMkLst>
        </pc:spChg>
      </pc:sldChg>
      <pc:sldChg chg="addSp modSp new mod">
        <pc:chgData name="Mousumi Ray" userId="aabc61b048ecfdaf" providerId="LiveId" clId="{7185254F-939A-47CB-957E-AF975C3F3800}" dt="2026-04-19T05:47:58.803" v="1851" actId="2711"/>
        <pc:sldMkLst>
          <pc:docMk/>
          <pc:sldMk cId="1635955220" sldId="272"/>
        </pc:sldMkLst>
        <pc:spChg chg="add mod">
          <ac:chgData name="Mousumi Ray" userId="aabc61b048ecfdaf" providerId="LiveId" clId="{7185254F-939A-47CB-957E-AF975C3F3800}" dt="2026-04-19T05:47:58.803" v="1851" actId="2711"/>
          <ac:spMkLst>
            <pc:docMk/>
            <pc:sldMk cId="1635955220" sldId="272"/>
            <ac:spMk id="2" creationId="{D0CA40E3-FECC-54E7-C6A3-7E725B3C3D85}"/>
          </ac:spMkLst>
        </pc:spChg>
      </pc:sldChg>
      <pc:sldChg chg="addSp modSp new mod">
        <pc:chgData name="Mousumi Ray" userId="aabc61b048ecfdaf" providerId="LiveId" clId="{7185254F-939A-47CB-957E-AF975C3F3800}" dt="2026-04-19T05:25:02.400" v="1611"/>
        <pc:sldMkLst>
          <pc:docMk/>
          <pc:sldMk cId="2825962561" sldId="273"/>
        </pc:sldMkLst>
        <pc:spChg chg="add mod">
          <ac:chgData name="Mousumi Ray" userId="aabc61b048ecfdaf" providerId="LiveId" clId="{7185254F-939A-47CB-957E-AF975C3F3800}" dt="2026-04-19T05:25:02.400" v="1611"/>
          <ac:spMkLst>
            <pc:docMk/>
            <pc:sldMk cId="2825962561" sldId="273"/>
            <ac:spMk id="2" creationId="{D6864A35-D295-5625-9D35-F3D26F745C22}"/>
          </ac:spMkLst>
        </pc:spChg>
      </pc:sldChg>
      <pc:sldChg chg="addSp modSp new mod">
        <pc:chgData name="Mousumi Ray" userId="aabc61b048ecfdaf" providerId="LiveId" clId="{7185254F-939A-47CB-957E-AF975C3F3800}" dt="2026-04-19T05:47:20.779" v="1842" actId="2711"/>
        <pc:sldMkLst>
          <pc:docMk/>
          <pc:sldMk cId="1974588860" sldId="274"/>
        </pc:sldMkLst>
        <pc:spChg chg="add mod">
          <ac:chgData name="Mousumi Ray" userId="aabc61b048ecfdaf" providerId="LiveId" clId="{7185254F-939A-47CB-957E-AF975C3F3800}" dt="2026-04-19T05:47:20.779" v="1842" actId="2711"/>
          <ac:spMkLst>
            <pc:docMk/>
            <pc:sldMk cId="1974588860" sldId="274"/>
            <ac:spMk id="2" creationId="{E717E4E2-5F1B-A36B-D14D-84762080C726}"/>
          </ac:spMkLst>
        </pc:spChg>
      </pc:sldChg>
      <pc:sldChg chg="addSp modSp new mod">
        <pc:chgData name="Mousumi Ray" userId="aabc61b048ecfdaf" providerId="LiveId" clId="{7185254F-939A-47CB-957E-AF975C3F3800}" dt="2026-04-19T05:47:02.537" v="1837" actId="2711"/>
        <pc:sldMkLst>
          <pc:docMk/>
          <pc:sldMk cId="3662711926" sldId="275"/>
        </pc:sldMkLst>
        <pc:spChg chg="add mod">
          <ac:chgData name="Mousumi Ray" userId="aabc61b048ecfdaf" providerId="LiveId" clId="{7185254F-939A-47CB-957E-AF975C3F3800}" dt="2026-04-19T05:47:02.537" v="1837" actId="2711"/>
          <ac:spMkLst>
            <pc:docMk/>
            <pc:sldMk cId="3662711926" sldId="275"/>
            <ac:spMk id="2" creationId="{14AF3BD4-8AE6-074C-BF10-C5AC2C7885A2}"/>
          </ac:spMkLst>
        </pc:spChg>
      </pc:sldChg>
      <pc:sldChg chg="addSp modSp new mod">
        <pc:chgData name="Mousumi Ray" userId="aabc61b048ecfdaf" providerId="LiveId" clId="{7185254F-939A-47CB-957E-AF975C3F3800}" dt="2026-04-19T05:46:38.660" v="1831" actId="207"/>
        <pc:sldMkLst>
          <pc:docMk/>
          <pc:sldMk cId="1174553525" sldId="276"/>
        </pc:sldMkLst>
        <pc:spChg chg="add mod">
          <ac:chgData name="Mousumi Ray" userId="aabc61b048ecfdaf" providerId="LiveId" clId="{7185254F-939A-47CB-957E-AF975C3F3800}" dt="2026-04-19T05:46:38.660" v="1831" actId="207"/>
          <ac:spMkLst>
            <pc:docMk/>
            <pc:sldMk cId="1174553525" sldId="276"/>
            <ac:spMk id="2" creationId="{DECED73D-EB95-42B3-CF1F-EFE339C1AF9F}"/>
          </ac:spMkLst>
        </pc:spChg>
      </pc:sldChg>
      <pc:sldChg chg="addSp modSp new mod">
        <pc:chgData name="Mousumi Ray" userId="aabc61b048ecfdaf" providerId="LiveId" clId="{7185254F-939A-47CB-957E-AF975C3F3800}" dt="2026-04-19T05:46:08.024" v="1822" actId="2711"/>
        <pc:sldMkLst>
          <pc:docMk/>
          <pc:sldMk cId="1812699554" sldId="277"/>
        </pc:sldMkLst>
        <pc:spChg chg="add mod">
          <ac:chgData name="Mousumi Ray" userId="aabc61b048ecfdaf" providerId="LiveId" clId="{7185254F-939A-47CB-957E-AF975C3F3800}" dt="2026-04-19T05:46:08.024" v="1822" actId="2711"/>
          <ac:spMkLst>
            <pc:docMk/>
            <pc:sldMk cId="1812699554" sldId="277"/>
            <ac:spMk id="2" creationId="{B5C284F6-3DD8-1B4F-5A53-5690E7E21C86}"/>
          </ac:spMkLst>
        </pc:spChg>
      </pc:sldChg>
      <pc:sldChg chg="addSp modSp new mod">
        <pc:chgData name="Mousumi Ray" userId="aabc61b048ecfdaf" providerId="LiveId" clId="{7185254F-939A-47CB-957E-AF975C3F3800}" dt="2026-04-19T05:46:02.545" v="1821" actId="2711"/>
        <pc:sldMkLst>
          <pc:docMk/>
          <pc:sldMk cId="4093071535" sldId="278"/>
        </pc:sldMkLst>
        <pc:spChg chg="add mod">
          <ac:chgData name="Mousumi Ray" userId="aabc61b048ecfdaf" providerId="LiveId" clId="{7185254F-939A-47CB-957E-AF975C3F3800}" dt="2026-04-19T05:46:02.545" v="1821" actId="2711"/>
          <ac:spMkLst>
            <pc:docMk/>
            <pc:sldMk cId="4093071535" sldId="278"/>
            <ac:spMk id="2" creationId="{9508F1D9-AC2D-FAAD-8030-78BE34C45D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9B09C-A2F0-424C-9E45-AE1BF2BD95CB}"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5EA8AA-5DAE-436F-849C-C8D7E8953BA8}" type="slidenum">
              <a:rPr lang="en-US" smtClean="0"/>
              <a:t>‹#›</a:t>
            </a:fld>
            <a:endParaRPr lang="en-US"/>
          </a:p>
        </p:txBody>
      </p:sp>
    </p:spTree>
    <p:extLst>
      <p:ext uri="{BB962C8B-B14F-4D97-AF65-F5344CB8AC3E}">
        <p14:creationId xmlns:p14="http://schemas.microsoft.com/office/powerpoint/2010/main" val="102010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5EA8AA-5DAE-436F-849C-C8D7E8953BA8}" type="slidenum">
              <a:rPr lang="en-US" smtClean="0"/>
              <a:t>10</a:t>
            </a:fld>
            <a:endParaRPr lang="en-US"/>
          </a:p>
        </p:txBody>
      </p:sp>
    </p:spTree>
    <p:extLst>
      <p:ext uri="{BB962C8B-B14F-4D97-AF65-F5344CB8AC3E}">
        <p14:creationId xmlns:p14="http://schemas.microsoft.com/office/powerpoint/2010/main" val="260807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5EA8AA-5DAE-436F-849C-C8D7E8953BA8}" type="slidenum">
              <a:rPr lang="en-US" smtClean="0"/>
              <a:t>14</a:t>
            </a:fld>
            <a:endParaRPr lang="en-US"/>
          </a:p>
        </p:txBody>
      </p:sp>
    </p:spTree>
    <p:extLst>
      <p:ext uri="{BB962C8B-B14F-4D97-AF65-F5344CB8AC3E}">
        <p14:creationId xmlns:p14="http://schemas.microsoft.com/office/powerpoint/2010/main" val="3269854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5EA8AA-5DAE-436F-849C-C8D7E8953BA8}" type="slidenum">
              <a:rPr lang="en-US" smtClean="0"/>
              <a:t>18</a:t>
            </a:fld>
            <a:endParaRPr lang="en-US"/>
          </a:p>
        </p:txBody>
      </p:sp>
    </p:spTree>
    <p:extLst>
      <p:ext uri="{BB962C8B-B14F-4D97-AF65-F5344CB8AC3E}">
        <p14:creationId xmlns:p14="http://schemas.microsoft.com/office/powerpoint/2010/main" val="1526570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A9635-EE22-FD4D-016B-3BE20B357F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253C48-511D-E6C4-0845-B67030B063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F806BB-5E8D-9225-6FEE-D43AA087F59E}"/>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5" name="Footer Placeholder 4">
            <a:extLst>
              <a:ext uri="{FF2B5EF4-FFF2-40B4-BE49-F238E27FC236}">
                <a16:creationId xmlns:a16="http://schemas.microsoft.com/office/drawing/2014/main" id="{0DE36D1E-DFA0-D684-1996-C6324F47D8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5E5DC1-7092-7337-6D64-6F759F95FC20}"/>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3442910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D5895-B329-CE3E-1ACC-ED4F5614CB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A74399-C93D-7C7C-AF48-7996CD6F0A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B8C44-535A-95D8-A498-86B5B0497BE2}"/>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5" name="Footer Placeholder 4">
            <a:extLst>
              <a:ext uri="{FF2B5EF4-FFF2-40B4-BE49-F238E27FC236}">
                <a16:creationId xmlns:a16="http://schemas.microsoft.com/office/drawing/2014/main" id="{768734EF-9880-29F2-559E-3517FFEE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D71A72-A5F2-9870-6E8C-1018CED0D057}"/>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3957057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EDF7-4055-B905-3F2A-B728725928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79B350-326C-7455-AEC4-9D15B45D15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A456EF-CC7B-EB68-65D4-73512C4FE669}"/>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5" name="Footer Placeholder 4">
            <a:extLst>
              <a:ext uri="{FF2B5EF4-FFF2-40B4-BE49-F238E27FC236}">
                <a16:creationId xmlns:a16="http://schemas.microsoft.com/office/drawing/2014/main" id="{792A6152-44E0-167E-1CE0-8841117B00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0595DD-F85F-9355-34CA-1E702A49FE1F}"/>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10996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C81A3-2947-E167-6B4E-9E543B356E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426D6B-8B24-7EFB-F22D-CFE2AB8EA8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E0E9EA-2013-3D33-D223-196D9331D8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0A3174-4A54-0DB3-FD25-25561D6076C1}"/>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6" name="Footer Placeholder 5">
            <a:extLst>
              <a:ext uri="{FF2B5EF4-FFF2-40B4-BE49-F238E27FC236}">
                <a16:creationId xmlns:a16="http://schemas.microsoft.com/office/drawing/2014/main" id="{2EAA9A5F-48E8-CF38-1A88-3789AA7A8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F6FF80-20B3-2F9E-B276-EC93335F94D9}"/>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1281170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197E-2969-EDC6-841F-DDDBDEC638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307FB7-C0C0-84A9-C0D3-D381E7CF91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7BD39B-4D0E-4ABC-E7C5-CB3021990D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615A7F-A72F-05D8-8FA0-355D8E239A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F0030B-18E9-61FC-65DC-F76F9CFA9F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9884AD-EA29-0CFF-3EBC-696EA5ADF9EF}"/>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8" name="Footer Placeholder 7">
            <a:extLst>
              <a:ext uri="{FF2B5EF4-FFF2-40B4-BE49-F238E27FC236}">
                <a16:creationId xmlns:a16="http://schemas.microsoft.com/office/drawing/2014/main" id="{842D216D-CD68-8BB7-6DA7-72DAA83178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B60578-6448-963B-D7DD-B2997E2A6140}"/>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1576413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6D907-C8B1-8AD6-6300-C35E84FE97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8F08F4-EAB0-6878-29A2-520747B880D1}"/>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4" name="Footer Placeholder 3">
            <a:extLst>
              <a:ext uri="{FF2B5EF4-FFF2-40B4-BE49-F238E27FC236}">
                <a16:creationId xmlns:a16="http://schemas.microsoft.com/office/drawing/2014/main" id="{5AB07FAD-C60D-6B1A-E94D-3BC73EFD19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B84F74-3D84-459C-3BF1-94BB198D928F}"/>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1026760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DDBA94-CC64-C733-1CAF-73BA9A439B2D}"/>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3" name="Footer Placeholder 2">
            <a:extLst>
              <a:ext uri="{FF2B5EF4-FFF2-40B4-BE49-F238E27FC236}">
                <a16:creationId xmlns:a16="http://schemas.microsoft.com/office/drawing/2014/main" id="{EE8B6A9D-3505-9BAC-906F-C597504E48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CB02F8-170B-8DDA-5FED-F868F4A17EF6}"/>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919326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A7E15-5E25-A0D0-2FF4-2FEBCDB7E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E0BEC1-1896-B150-1119-E87787D7CE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73A7C3-968B-E4A6-864B-F5B5E6247E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61446-5B4C-FDC2-F953-96204600AE78}"/>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6" name="Footer Placeholder 5">
            <a:extLst>
              <a:ext uri="{FF2B5EF4-FFF2-40B4-BE49-F238E27FC236}">
                <a16:creationId xmlns:a16="http://schemas.microsoft.com/office/drawing/2014/main" id="{F776143A-13B9-8AD7-8AF4-C5990A1923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221D16-97F1-6F08-BE31-0FF0E8EDF429}"/>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916014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8531-02F1-3CB0-E275-E6FAF4A337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5AE195-8DDF-63D3-8E67-2E5ECD22DC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F7557B-5598-9D8A-31AF-BA195D963E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5CE7C-20FB-114F-0071-290E36400DD1}"/>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6" name="Footer Placeholder 5">
            <a:extLst>
              <a:ext uri="{FF2B5EF4-FFF2-40B4-BE49-F238E27FC236}">
                <a16:creationId xmlns:a16="http://schemas.microsoft.com/office/drawing/2014/main" id="{D9D90DA2-D9FD-4E4F-9016-0A3EE51664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458806-D13B-71E3-C674-C125F05C326D}"/>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55690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152EF-DECD-A17B-5E1A-40A2C60137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EAA102-6728-DE66-3D42-5C247DF5B9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CC7AD-735D-679E-BE9B-49F05F2BB952}"/>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5" name="Footer Placeholder 4">
            <a:extLst>
              <a:ext uri="{FF2B5EF4-FFF2-40B4-BE49-F238E27FC236}">
                <a16:creationId xmlns:a16="http://schemas.microsoft.com/office/drawing/2014/main" id="{3AF5AB62-13F5-7611-F45C-D83821F3DD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E895D4-7247-3993-872C-B069C934AC3A}"/>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412038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F7063B-A2B4-1075-D834-032125687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19BB46-735F-4AA5-9612-B6E5BB9212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F2C5D-F578-3839-690B-6E5126D0B369}"/>
              </a:ext>
            </a:extLst>
          </p:cNvPr>
          <p:cNvSpPr>
            <a:spLocks noGrp="1"/>
          </p:cNvSpPr>
          <p:nvPr>
            <p:ph type="dt" sz="half" idx="10"/>
          </p:nvPr>
        </p:nvSpPr>
        <p:spPr/>
        <p:txBody>
          <a:bodyPr/>
          <a:lstStyle/>
          <a:p>
            <a:fld id="{EF049D6B-481B-44B3-8FDC-0AACA5BFA748}" type="datetimeFigureOut">
              <a:rPr lang="en-US" smtClean="0"/>
              <a:t>4/19/2026</a:t>
            </a:fld>
            <a:endParaRPr lang="en-US"/>
          </a:p>
        </p:txBody>
      </p:sp>
      <p:sp>
        <p:nvSpPr>
          <p:cNvPr id="5" name="Footer Placeholder 4">
            <a:extLst>
              <a:ext uri="{FF2B5EF4-FFF2-40B4-BE49-F238E27FC236}">
                <a16:creationId xmlns:a16="http://schemas.microsoft.com/office/drawing/2014/main" id="{276C5601-FB97-5757-9D8E-9F0449314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F11DA-B090-18C5-7D3F-6437C679C479}"/>
              </a:ext>
            </a:extLst>
          </p:cNvPr>
          <p:cNvSpPr>
            <a:spLocks noGrp="1"/>
          </p:cNvSpPr>
          <p:nvPr>
            <p:ph type="sldNum" sz="quarter" idx="12"/>
          </p:nvPr>
        </p:nvSpPr>
        <p:spPr/>
        <p:txBody>
          <a:bodyPr/>
          <a:lstStyle/>
          <a:p>
            <a:fld id="{5372472F-8279-41DB-9FDA-9234025E029C}" type="slidenum">
              <a:rPr lang="en-US" smtClean="0"/>
              <a:t>‹#›</a:t>
            </a:fld>
            <a:endParaRPr lang="en-US"/>
          </a:p>
        </p:txBody>
      </p:sp>
    </p:spTree>
    <p:extLst>
      <p:ext uri="{BB962C8B-B14F-4D97-AF65-F5344CB8AC3E}">
        <p14:creationId xmlns:p14="http://schemas.microsoft.com/office/powerpoint/2010/main" val="62413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9D1F4A-78B7-68DE-3E69-F0CBF857C9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69F1EB-A6C4-9D67-8DB3-CBFAAF6598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5A364-416A-F7C5-354C-1EE9090315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49D6B-481B-44B3-8FDC-0AACA5BFA748}" type="datetimeFigureOut">
              <a:rPr lang="en-US" smtClean="0"/>
              <a:t>4/19/2026</a:t>
            </a:fld>
            <a:endParaRPr lang="en-US"/>
          </a:p>
        </p:txBody>
      </p:sp>
      <p:sp>
        <p:nvSpPr>
          <p:cNvPr id="5" name="Footer Placeholder 4">
            <a:extLst>
              <a:ext uri="{FF2B5EF4-FFF2-40B4-BE49-F238E27FC236}">
                <a16:creationId xmlns:a16="http://schemas.microsoft.com/office/drawing/2014/main" id="{BF5D5079-6E65-04AE-1597-3367F04BD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2285AC-753A-27F8-0AF6-D9255DEF06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72472F-8279-41DB-9FDA-9234025E029C}" type="slidenum">
              <a:rPr lang="en-US" smtClean="0"/>
              <a:t>‹#›</a:t>
            </a:fld>
            <a:endParaRPr lang="en-US"/>
          </a:p>
        </p:txBody>
      </p:sp>
    </p:spTree>
    <p:extLst>
      <p:ext uri="{BB962C8B-B14F-4D97-AF65-F5344CB8AC3E}">
        <p14:creationId xmlns:p14="http://schemas.microsoft.com/office/powerpoint/2010/main" val="3935760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9761-5E81-8AEB-9D19-1FB297105557}"/>
              </a:ext>
            </a:extLst>
          </p:cNvPr>
          <p:cNvSpPr>
            <a:spLocks noGrp="1"/>
          </p:cNvSpPr>
          <p:nvPr>
            <p:ph type="ctrTitle"/>
          </p:nvPr>
        </p:nvSpPr>
        <p:spPr>
          <a:xfrm>
            <a:off x="1681163" y="171450"/>
            <a:ext cx="9144000" cy="1743075"/>
          </a:xfrm>
          <a:solidFill>
            <a:schemeClr val="bg1">
              <a:lumMod val="95000"/>
            </a:schemeClr>
          </a:solidFill>
        </p:spPr>
        <p:txBody>
          <a:bodyPr>
            <a:normAutofit fontScale="90000"/>
          </a:bodyPr>
          <a:lstStyle/>
          <a:p>
            <a:r>
              <a:rPr lang="en-US" sz="6600" dirty="0">
                <a:latin typeface="Arial Black" panose="020B0A04020102020204" pitchFamily="34" charset="0"/>
              </a:rPr>
              <a:t>Global Ethical Issues &amp; Ethical Codes</a:t>
            </a:r>
          </a:p>
        </p:txBody>
      </p:sp>
      <p:sp>
        <p:nvSpPr>
          <p:cNvPr id="3" name="Subtitle 2">
            <a:extLst>
              <a:ext uri="{FF2B5EF4-FFF2-40B4-BE49-F238E27FC236}">
                <a16:creationId xmlns:a16="http://schemas.microsoft.com/office/drawing/2014/main" id="{BF0F46D6-07B1-E385-F5BA-E776F33A1148}"/>
              </a:ext>
            </a:extLst>
          </p:cNvPr>
          <p:cNvSpPr>
            <a:spLocks noGrp="1"/>
          </p:cNvSpPr>
          <p:nvPr>
            <p:ph type="subTitle" idx="1"/>
          </p:nvPr>
        </p:nvSpPr>
        <p:spPr>
          <a:xfrm>
            <a:off x="8582025" y="5943600"/>
            <a:ext cx="3305175" cy="557213"/>
          </a:xfrm>
          <a:solidFill>
            <a:schemeClr val="bg1">
              <a:lumMod val="75000"/>
            </a:schemeClr>
          </a:solidFill>
        </p:spPr>
        <p:txBody>
          <a:bodyPr>
            <a:normAutofit/>
          </a:bodyPr>
          <a:lstStyle/>
          <a:p>
            <a:r>
              <a:rPr lang="en-US" sz="2800" b="1" dirty="0">
                <a:latin typeface="Arial Black" panose="020B0A04020102020204" pitchFamily="34" charset="0"/>
              </a:rPr>
              <a:t>MODULE – IV</a:t>
            </a:r>
            <a:endParaRPr lang="en-US" sz="2800" dirty="0">
              <a:latin typeface="Arial Black" panose="020B0A04020102020204" pitchFamily="34" charset="0"/>
            </a:endParaRPr>
          </a:p>
        </p:txBody>
      </p:sp>
    </p:spTree>
    <p:extLst>
      <p:ext uri="{BB962C8B-B14F-4D97-AF65-F5344CB8AC3E}">
        <p14:creationId xmlns:p14="http://schemas.microsoft.com/office/powerpoint/2010/main" val="649625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B9C8F-0A6A-853C-3EC5-82B25F7F747D}"/>
              </a:ext>
            </a:extLst>
          </p:cNvPr>
          <p:cNvSpPr>
            <a:spLocks noGrp="1"/>
          </p:cNvSpPr>
          <p:nvPr>
            <p:ph type="title"/>
          </p:nvPr>
        </p:nvSpPr>
        <p:spPr>
          <a:xfrm>
            <a:off x="838200" y="365125"/>
            <a:ext cx="10515600" cy="720725"/>
          </a:xfrm>
        </p:spPr>
        <p:txBody>
          <a:bodyPr/>
          <a:lstStyle/>
          <a:p>
            <a:pPr algn="ctr"/>
            <a:r>
              <a:rPr lang="en-US" dirty="0">
                <a:solidFill>
                  <a:srgbClr val="FF0000"/>
                </a:solidFill>
                <a:latin typeface="Arial Black" panose="020B0A04020102020204" pitchFamily="34" charset="0"/>
              </a:rPr>
              <a:t>CONTENTS</a:t>
            </a:r>
          </a:p>
        </p:txBody>
      </p:sp>
      <p:sp>
        <p:nvSpPr>
          <p:cNvPr id="3" name="Content Placeholder 2">
            <a:extLst>
              <a:ext uri="{FF2B5EF4-FFF2-40B4-BE49-F238E27FC236}">
                <a16:creationId xmlns:a16="http://schemas.microsoft.com/office/drawing/2014/main" id="{D13652F0-A196-BDA6-A2D5-4E612195932E}"/>
              </a:ext>
            </a:extLst>
          </p:cNvPr>
          <p:cNvSpPr>
            <a:spLocks noGrp="1"/>
          </p:cNvSpPr>
          <p:nvPr>
            <p:ph idx="1"/>
          </p:nvPr>
        </p:nvSpPr>
        <p:spPr>
          <a:xfrm>
            <a:off x="1300164" y="1328739"/>
            <a:ext cx="9644062" cy="5329236"/>
          </a:xfrm>
        </p:spPr>
        <p:txBody>
          <a:bodyPr>
            <a:normAutofit fontScale="92500" lnSpcReduction="10000"/>
          </a:bodyPr>
          <a:lstStyle/>
          <a:p>
            <a:pPr marL="0" indent="0">
              <a:buNone/>
            </a:pPr>
            <a:r>
              <a:rPr lang="en-US" b="1" dirty="0">
                <a:solidFill>
                  <a:schemeClr val="accent1">
                    <a:lumMod val="50000"/>
                  </a:schemeClr>
                </a:solidFill>
                <a:latin typeface="Arial Black" panose="020B0A04020102020204" pitchFamily="34" charset="0"/>
              </a:rPr>
              <a:t>1. Global Ethical Issues</a:t>
            </a:r>
          </a:p>
          <a:p>
            <a:pPr marL="0" indent="0">
              <a:buNone/>
            </a:pPr>
            <a:r>
              <a:rPr lang="en-US" sz="2600" b="1" dirty="0"/>
              <a:t>    (a) Ethical Issues in Business</a:t>
            </a:r>
          </a:p>
          <a:p>
            <a:pPr marL="0" indent="0">
              <a:buNone/>
            </a:pPr>
            <a:r>
              <a:rPr lang="en-US" sz="2600" b="1" dirty="0"/>
              <a:t>    (b) Environmental Ethics</a:t>
            </a:r>
          </a:p>
          <a:p>
            <a:pPr marL="0" indent="0">
              <a:buNone/>
            </a:pPr>
            <a:r>
              <a:rPr lang="en-US" sz="2600" b="1" dirty="0"/>
              <a:t>    (c) IT Ethics</a:t>
            </a:r>
          </a:p>
          <a:p>
            <a:pPr marL="0" indent="0">
              <a:buNone/>
            </a:pPr>
            <a:r>
              <a:rPr lang="en-US" sz="2600" b="1" dirty="0"/>
              <a:t>    (d) Bioethics</a:t>
            </a:r>
          </a:p>
          <a:p>
            <a:pPr marL="0" indent="0">
              <a:buNone/>
            </a:pPr>
            <a:r>
              <a:rPr lang="en-US" sz="2600" b="1" dirty="0"/>
              <a:t>    (e) Intellectual Property Rights (IPR)</a:t>
            </a:r>
          </a:p>
          <a:p>
            <a:pPr marL="0" indent="0">
              <a:buNone/>
            </a:pPr>
            <a:r>
              <a:rPr lang="en-US" sz="2600" b="1" dirty="0"/>
              <a:t>    (f) Ethics in Research</a:t>
            </a:r>
          </a:p>
          <a:p>
            <a:pPr marL="0" indent="0">
              <a:buNone/>
            </a:pPr>
            <a:r>
              <a:rPr lang="en-US" sz="2600" b="1" dirty="0"/>
              <a:t>    (g) Media Ethics</a:t>
            </a:r>
          </a:p>
          <a:p>
            <a:pPr marL="0" indent="0">
              <a:buNone/>
            </a:pPr>
            <a:r>
              <a:rPr lang="en-US" sz="2600" b="1" dirty="0"/>
              <a:t>    (h) Corporate Social Responsibility (CSR)</a:t>
            </a:r>
          </a:p>
          <a:p>
            <a:pPr marL="0" indent="0">
              <a:buNone/>
            </a:pPr>
            <a:endParaRPr lang="en-US" b="1" dirty="0"/>
          </a:p>
          <a:p>
            <a:pPr marL="0" indent="0">
              <a:lnSpc>
                <a:spcPct val="110000"/>
              </a:lnSpc>
              <a:buNone/>
            </a:pPr>
            <a:r>
              <a:rPr lang="en-US" b="1" dirty="0">
                <a:solidFill>
                  <a:schemeClr val="accent1">
                    <a:lumMod val="50000"/>
                  </a:schemeClr>
                </a:solidFill>
                <a:latin typeface="Arial Black" panose="020B0A04020102020204" pitchFamily="34" charset="0"/>
              </a:rPr>
              <a:t>2. Ethical Codes</a:t>
            </a:r>
          </a:p>
          <a:p>
            <a:pPr marL="0" indent="0">
              <a:lnSpc>
                <a:spcPct val="110000"/>
              </a:lnSpc>
              <a:buNone/>
            </a:pPr>
            <a:r>
              <a:rPr lang="en-US" b="1" dirty="0">
                <a:solidFill>
                  <a:schemeClr val="accent1">
                    <a:lumMod val="50000"/>
                  </a:schemeClr>
                </a:solidFill>
                <a:latin typeface="Arial Black" panose="020B0A04020102020204" pitchFamily="34" charset="0"/>
              </a:rPr>
              <a:t>3. Limitations of Ethical Codes</a:t>
            </a:r>
          </a:p>
          <a:p>
            <a:endParaRPr lang="en-US" dirty="0"/>
          </a:p>
        </p:txBody>
      </p:sp>
    </p:spTree>
    <p:extLst>
      <p:ext uri="{BB962C8B-B14F-4D97-AF65-F5344CB8AC3E}">
        <p14:creationId xmlns:p14="http://schemas.microsoft.com/office/powerpoint/2010/main" val="1681382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419D8-90F0-51A5-4F47-9E204B516F96}"/>
              </a:ext>
            </a:extLst>
          </p:cNvPr>
          <p:cNvSpPr>
            <a:spLocks noGrp="1"/>
          </p:cNvSpPr>
          <p:nvPr>
            <p:ph type="title"/>
          </p:nvPr>
        </p:nvSpPr>
        <p:spPr>
          <a:xfrm>
            <a:off x="838200" y="365125"/>
            <a:ext cx="10515600" cy="763588"/>
          </a:xfrm>
        </p:spPr>
        <p:txBody>
          <a:bodyPr>
            <a:normAutofit/>
          </a:bodyPr>
          <a:lstStyle/>
          <a:p>
            <a:pPr algn="ctr"/>
            <a:r>
              <a:rPr lang="en-US" sz="4000" dirty="0">
                <a:solidFill>
                  <a:srgbClr val="C00000"/>
                </a:solidFill>
                <a:latin typeface="Arial Black" panose="020B0A04020102020204" pitchFamily="34" charset="0"/>
              </a:rPr>
              <a:t>GLOBAL ETHICAL ISSUES</a:t>
            </a:r>
          </a:p>
        </p:txBody>
      </p:sp>
      <p:sp>
        <p:nvSpPr>
          <p:cNvPr id="3" name="Content Placeholder 2">
            <a:extLst>
              <a:ext uri="{FF2B5EF4-FFF2-40B4-BE49-F238E27FC236}">
                <a16:creationId xmlns:a16="http://schemas.microsoft.com/office/drawing/2014/main" id="{4C6A9E8A-B924-3574-2D51-2A6701765E47}"/>
              </a:ext>
            </a:extLst>
          </p:cNvPr>
          <p:cNvSpPr>
            <a:spLocks noGrp="1"/>
          </p:cNvSpPr>
          <p:nvPr>
            <p:ph idx="1"/>
          </p:nvPr>
        </p:nvSpPr>
        <p:spPr>
          <a:xfrm>
            <a:off x="838200" y="1300163"/>
            <a:ext cx="10515600" cy="5414962"/>
          </a:xfrm>
        </p:spPr>
        <p:txBody>
          <a:bodyPr>
            <a:normAutofit/>
          </a:bodyPr>
          <a:lstStyle/>
          <a:p>
            <a:pPr marL="0" indent="0" algn="just">
              <a:buNone/>
            </a:pPr>
            <a:r>
              <a:rPr lang="en-US" sz="2400" b="1" dirty="0"/>
              <a:t>Global Ethical Issues refer to moral challenges and dilemmas that extend beyond national boundaries and affect individuals, organizations, and societies across the world. These issues arise due to globalization, rapid technological advancement, industrial growth, and increased interconnectedness among nations.</a:t>
            </a:r>
          </a:p>
          <a:p>
            <a:pPr marL="0" indent="0" algn="just">
              <a:buNone/>
            </a:pPr>
            <a:endParaRPr lang="en-US" sz="2400" b="1" dirty="0"/>
          </a:p>
          <a:p>
            <a:pPr marL="0" indent="0" algn="just">
              <a:buNone/>
            </a:pPr>
            <a:r>
              <a:rPr lang="en-US" sz="2400" b="1" dirty="0"/>
              <a:t>They require a balance between economic development, human welfare, and environmental sustainability. Global ethical issues are not confined to one sector—they span across business, environment, information technology, healthcare, media, and research.</a:t>
            </a:r>
          </a:p>
          <a:p>
            <a:pPr marL="0" indent="0" algn="just">
              <a:buNone/>
            </a:pPr>
            <a:endParaRPr lang="en-US" sz="2400" b="1" dirty="0"/>
          </a:p>
          <a:p>
            <a:pPr marL="0" indent="0" algn="just">
              <a:buNone/>
            </a:pPr>
            <a:r>
              <a:rPr lang="en-US" sz="2400" b="1" dirty="0"/>
              <a:t>Overall, global ethical issues demand collective responsibility, ethical awareness, and informed decision-making from professionals, especially engineers and managers, to ensure sustainable and just development in a rapidly evolving world.</a:t>
            </a:r>
          </a:p>
        </p:txBody>
      </p:sp>
    </p:spTree>
    <p:extLst>
      <p:ext uri="{BB962C8B-B14F-4D97-AF65-F5344CB8AC3E}">
        <p14:creationId xmlns:p14="http://schemas.microsoft.com/office/powerpoint/2010/main" val="2534796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A300-20BD-4341-E6E7-F04A0BD6DFDE}"/>
              </a:ext>
            </a:extLst>
          </p:cNvPr>
          <p:cNvSpPr>
            <a:spLocks noGrp="1"/>
          </p:cNvSpPr>
          <p:nvPr>
            <p:ph type="title"/>
          </p:nvPr>
        </p:nvSpPr>
        <p:spPr>
          <a:xfrm>
            <a:off x="0" y="0"/>
            <a:ext cx="12191999" cy="785813"/>
          </a:xfrm>
          <a:solidFill>
            <a:schemeClr val="accent4">
              <a:lumMod val="40000"/>
              <a:lumOff val="60000"/>
            </a:schemeClr>
          </a:solidFill>
        </p:spPr>
        <p:txBody>
          <a:bodyPr>
            <a:normAutofit fontScale="90000"/>
          </a:bodyPr>
          <a:lstStyle/>
          <a:p>
            <a:pPr algn="ctr"/>
            <a:br>
              <a:rPr lang="en-US" sz="4000" b="1" dirty="0">
                <a:solidFill>
                  <a:schemeClr val="accent2">
                    <a:lumMod val="50000"/>
                  </a:schemeClr>
                </a:solidFill>
                <a:latin typeface="Arial Black" panose="020B0A04020102020204" pitchFamily="34" charset="0"/>
              </a:rPr>
            </a:br>
            <a:r>
              <a:rPr lang="en-US" b="1" dirty="0">
                <a:solidFill>
                  <a:schemeClr val="accent2">
                    <a:lumMod val="50000"/>
                  </a:schemeClr>
                </a:solidFill>
                <a:latin typeface="Arial Black" panose="020B0A04020102020204" pitchFamily="34" charset="0"/>
              </a:rPr>
              <a:t>Ethical Issues in Business </a:t>
            </a:r>
            <a:br>
              <a:rPr lang="en-US" b="1" u="sng" dirty="0">
                <a:solidFill>
                  <a:schemeClr val="accent2">
                    <a:lumMod val="50000"/>
                  </a:schemeClr>
                </a:solidFill>
              </a:rPr>
            </a:br>
            <a:endParaRPr lang="en-US" dirty="0"/>
          </a:p>
        </p:txBody>
      </p:sp>
      <p:sp>
        <p:nvSpPr>
          <p:cNvPr id="3" name="Content Placeholder 2">
            <a:extLst>
              <a:ext uri="{FF2B5EF4-FFF2-40B4-BE49-F238E27FC236}">
                <a16:creationId xmlns:a16="http://schemas.microsoft.com/office/drawing/2014/main" id="{71859233-16BB-CE5F-5FD3-5EBABBF46EF8}"/>
              </a:ext>
            </a:extLst>
          </p:cNvPr>
          <p:cNvSpPr>
            <a:spLocks noGrp="1"/>
          </p:cNvSpPr>
          <p:nvPr>
            <p:ph idx="1"/>
          </p:nvPr>
        </p:nvSpPr>
        <p:spPr>
          <a:xfrm>
            <a:off x="628650" y="1000126"/>
            <a:ext cx="10929938" cy="5715000"/>
          </a:xfrm>
        </p:spPr>
        <p:txBody>
          <a:bodyPr>
            <a:normAutofit fontScale="85000" lnSpcReduction="20000"/>
          </a:bodyPr>
          <a:lstStyle/>
          <a:p>
            <a:pPr marL="0" indent="0" algn="just">
              <a:lnSpc>
                <a:spcPct val="120000"/>
              </a:lnSpc>
              <a:buNone/>
            </a:pPr>
            <a:r>
              <a:rPr lang="en-US" b="1" dirty="0"/>
              <a:t>Business ethics refers to applying moral principles in business activities—deciding what is right and wrong in corporate actions.</a:t>
            </a:r>
          </a:p>
          <a:p>
            <a:pPr marL="0" indent="0">
              <a:buNone/>
            </a:pPr>
            <a:endParaRPr lang="en-US" b="1" dirty="0"/>
          </a:p>
          <a:p>
            <a:pPr marL="0" indent="0">
              <a:buNone/>
            </a:pPr>
            <a:r>
              <a:rPr lang="en-US" b="1" dirty="0">
                <a:solidFill>
                  <a:srgbClr val="C00000"/>
                </a:solidFill>
                <a:latin typeface="Arial Black" panose="020B0A04020102020204" pitchFamily="34" charset="0"/>
              </a:rPr>
              <a:t>KEY ETHICAL ISSUES</a:t>
            </a:r>
          </a:p>
          <a:p>
            <a:pPr marL="0" indent="0">
              <a:buNone/>
            </a:pPr>
            <a:endParaRPr lang="en-US" sz="3100" b="1" u="sng" dirty="0">
              <a:solidFill>
                <a:schemeClr val="accent4">
                  <a:lumMod val="50000"/>
                </a:schemeClr>
              </a:solidFill>
            </a:endParaRPr>
          </a:p>
          <a:p>
            <a:pPr>
              <a:buFont typeface="Wingdings" panose="05000000000000000000" pitchFamily="2" charset="2"/>
              <a:buChar char="§"/>
            </a:pPr>
            <a:r>
              <a:rPr lang="en-US" b="1" dirty="0">
                <a:solidFill>
                  <a:schemeClr val="accent6">
                    <a:lumMod val="50000"/>
                  </a:schemeClr>
                </a:solidFill>
              </a:rPr>
              <a:t>Profit Vs Ethics </a:t>
            </a:r>
          </a:p>
          <a:p>
            <a:pPr>
              <a:buFont typeface="Wingdings" panose="05000000000000000000" pitchFamily="2" charset="2"/>
              <a:buChar char="§"/>
            </a:pPr>
            <a:r>
              <a:rPr lang="en-US" b="1" dirty="0">
                <a:solidFill>
                  <a:schemeClr val="accent6">
                    <a:lumMod val="50000"/>
                  </a:schemeClr>
                </a:solidFill>
              </a:rPr>
              <a:t>Transparency and Honesty </a:t>
            </a:r>
          </a:p>
          <a:p>
            <a:pPr>
              <a:buFont typeface="Wingdings" panose="05000000000000000000" pitchFamily="2" charset="2"/>
              <a:buChar char="§"/>
            </a:pPr>
            <a:r>
              <a:rPr lang="en-US" b="1" dirty="0">
                <a:solidFill>
                  <a:schemeClr val="accent6">
                    <a:lumMod val="50000"/>
                  </a:schemeClr>
                </a:solidFill>
              </a:rPr>
              <a:t>Employee Welfare </a:t>
            </a:r>
          </a:p>
          <a:p>
            <a:pPr>
              <a:buFont typeface="Wingdings" panose="05000000000000000000" pitchFamily="2" charset="2"/>
              <a:buChar char="§"/>
            </a:pPr>
            <a:r>
              <a:rPr lang="en-US" b="1" dirty="0">
                <a:solidFill>
                  <a:schemeClr val="accent6">
                    <a:lumMod val="50000"/>
                  </a:schemeClr>
                </a:solidFill>
              </a:rPr>
              <a:t>Customer Rights </a:t>
            </a:r>
          </a:p>
          <a:p>
            <a:pPr>
              <a:buFont typeface="Wingdings" panose="05000000000000000000" pitchFamily="2" charset="2"/>
              <a:buChar char="§"/>
            </a:pPr>
            <a:r>
              <a:rPr lang="en-US" b="1" dirty="0">
                <a:solidFill>
                  <a:schemeClr val="accent6">
                    <a:lumMod val="50000"/>
                  </a:schemeClr>
                </a:solidFill>
              </a:rPr>
              <a:t>Fair Competition</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lvl="0" eaLnBrk="0" fontAlgn="base" hangingPunct="0">
              <a:lnSpc>
                <a:spcPct val="120000"/>
              </a:lnSpc>
              <a:spcBef>
                <a:spcPct val="0"/>
              </a:spcBef>
              <a:spcAft>
                <a:spcPct val="0"/>
              </a:spcAft>
              <a:buFont typeface="Wingdings" panose="05000000000000000000" pitchFamily="2" charset="2"/>
              <a:buChar char="ü"/>
            </a:pPr>
            <a:r>
              <a:rPr lang="en-US" altLang="en-US" dirty="0">
                <a:solidFill>
                  <a:srgbClr val="C00000"/>
                </a:solidFill>
              </a:rPr>
              <a:t>Should a company increase profit by lowering product quality? </a:t>
            </a:r>
          </a:p>
          <a:p>
            <a:pPr lvl="0" eaLnBrk="0" fontAlgn="base" hangingPunct="0">
              <a:lnSpc>
                <a:spcPct val="120000"/>
              </a:lnSpc>
              <a:spcBef>
                <a:spcPct val="0"/>
              </a:spcBef>
              <a:spcAft>
                <a:spcPct val="0"/>
              </a:spcAft>
              <a:buFont typeface="Wingdings" panose="05000000000000000000" pitchFamily="2" charset="2"/>
              <a:buChar char="ü"/>
            </a:pPr>
            <a:r>
              <a:rPr lang="en-US" altLang="en-US" dirty="0">
                <a:solidFill>
                  <a:srgbClr val="C00000"/>
                </a:solidFill>
              </a:rPr>
              <a:t>Is it acceptable to mislead customers through advertising? </a:t>
            </a:r>
          </a:p>
          <a:p>
            <a:pPr lvl="0" eaLnBrk="0" fontAlgn="base" hangingPunct="0">
              <a:lnSpc>
                <a:spcPct val="120000"/>
              </a:lnSpc>
              <a:spcBef>
                <a:spcPct val="0"/>
              </a:spcBef>
              <a:spcAft>
                <a:spcPct val="0"/>
              </a:spcAft>
              <a:buFont typeface="Wingdings" panose="05000000000000000000" pitchFamily="2" charset="2"/>
              <a:buChar char="ü"/>
            </a:pPr>
            <a:r>
              <a:rPr lang="en-US" dirty="0">
                <a:solidFill>
                  <a:srgbClr val="C00000"/>
                </a:solidFill>
              </a:rPr>
              <a:t>Is saving company reputation more important than customer safety?</a:t>
            </a:r>
          </a:p>
          <a:p>
            <a:endParaRPr lang="en-US" dirty="0"/>
          </a:p>
        </p:txBody>
      </p:sp>
      <p:pic>
        <p:nvPicPr>
          <p:cNvPr id="5" name="Graphic 4" descr="Briefcase">
            <a:extLst>
              <a:ext uri="{FF2B5EF4-FFF2-40B4-BE49-F238E27FC236}">
                <a16:creationId xmlns:a16="http://schemas.microsoft.com/office/drawing/2014/main" id="{D5C20449-7B6C-A20D-6402-80B950E513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67899" y="4909"/>
            <a:ext cx="828675" cy="685800"/>
          </a:xfrm>
          <a:prstGeom prst="rect">
            <a:avLst/>
          </a:prstGeom>
        </p:spPr>
      </p:pic>
      <p:pic>
        <p:nvPicPr>
          <p:cNvPr id="7" name="Picture 6">
            <a:extLst>
              <a:ext uri="{FF2B5EF4-FFF2-40B4-BE49-F238E27FC236}">
                <a16:creationId xmlns:a16="http://schemas.microsoft.com/office/drawing/2014/main" id="{16B66629-E0BA-DE3B-AD95-3CAEDA7CFD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5550" y="1990873"/>
            <a:ext cx="5710238" cy="3081189"/>
          </a:xfrm>
          <a:prstGeom prst="rect">
            <a:avLst/>
          </a:prstGeom>
          <a:ln>
            <a:solidFill>
              <a:schemeClr val="tx1">
                <a:lumMod val="85000"/>
                <a:lumOff val="15000"/>
              </a:schemeClr>
            </a:solidFill>
          </a:ln>
        </p:spPr>
      </p:pic>
    </p:spTree>
    <p:extLst>
      <p:ext uri="{BB962C8B-B14F-4D97-AF65-F5344CB8AC3E}">
        <p14:creationId xmlns:p14="http://schemas.microsoft.com/office/powerpoint/2010/main" val="2828636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0F7CB9-317C-4BCC-4567-FB69625BF5FA}"/>
              </a:ext>
            </a:extLst>
          </p:cNvPr>
          <p:cNvSpPr txBox="1"/>
          <p:nvPr/>
        </p:nvSpPr>
        <p:spPr>
          <a:xfrm>
            <a:off x="445294" y="760333"/>
            <a:ext cx="11301412" cy="4647426"/>
          </a:xfrm>
          <a:prstGeom prst="rect">
            <a:avLst/>
          </a:prstGeom>
          <a:noFill/>
        </p:spPr>
        <p:txBody>
          <a:bodyPr wrap="square" rtlCol="0">
            <a:spAutoFit/>
          </a:bodyPr>
          <a:lstStyle/>
          <a:p>
            <a:pPr algn="just"/>
            <a:br>
              <a:rPr lang="en-US" sz="2400" b="1" dirty="0">
                <a:latin typeface="Arial Black" panose="020B0A04020102020204" pitchFamily="34" charset="0"/>
              </a:rPr>
            </a:br>
            <a:r>
              <a:rPr lang="en-US" sz="2800" b="1" dirty="0">
                <a:solidFill>
                  <a:schemeClr val="accent2">
                    <a:lumMod val="50000"/>
                  </a:schemeClr>
                </a:solidFill>
                <a:latin typeface="Arial Black" panose="020B0A04020102020204" pitchFamily="34" charset="0"/>
              </a:rPr>
              <a:t>Ethical issues in business </a:t>
            </a:r>
            <a:r>
              <a:rPr lang="en-US" sz="2400" b="1" dirty="0"/>
              <a:t>arise when companies face conflicts between profit-making and moral responsibility. These include unfair labor practices, misleading advertisements, corruption, and lack of transparency. Businesses are expected to operate honestly while ensuring fairness to employees, customers, and society. A mobile company hides battery defects to avoid losses.</a:t>
            </a:r>
          </a:p>
          <a:p>
            <a:pPr algn="ctr"/>
            <a:br>
              <a:rPr lang="en-US" sz="3600" dirty="0"/>
            </a:br>
            <a:endParaRPr lang="en-US" sz="3600" dirty="0"/>
          </a:p>
          <a:p>
            <a:pPr algn="ctr"/>
            <a:endParaRPr lang="en-US" sz="3600" b="1" i="1" dirty="0">
              <a:solidFill>
                <a:srgbClr val="002060"/>
              </a:solidFill>
            </a:endParaRPr>
          </a:p>
          <a:p>
            <a:pPr algn="ctr"/>
            <a:r>
              <a:rPr lang="en-US" sz="4000" b="1" i="1" dirty="0">
                <a:solidFill>
                  <a:srgbClr val="002060"/>
                </a:solidFill>
              </a:rPr>
              <a:t>Profit vs Safety —</a:t>
            </a:r>
            <a:r>
              <a:rPr lang="en-US" sz="3600" b="1" i="1" dirty="0">
                <a:solidFill>
                  <a:srgbClr val="FF0000"/>
                </a:solidFill>
              </a:rPr>
              <a:t> what should be prioritized?</a:t>
            </a:r>
            <a:endParaRPr lang="en-US" b="1" dirty="0">
              <a:solidFill>
                <a:srgbClr val="FF0000"/>
              </a:solidFill>
            </a:endParaRPr>
          </a:p>
        </p:txBody>
      </p:sp>
    </p:spTree>
    <p:extLst>
      <p:ext uri="{BB962C8B-B14F-4D97-AF65-F5344CB8AC3E}">
        <p14:creationId xmlns:p14="http://schemas.microsoft.com/office/powerpoint/2010/main" val="3335198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68CF2-54C2-DE88-6460-829A1BA44659}"/>
              </a:ext>
            </a:extLst>
          </p:cNvPr>
          <p:cNvSpPr>
            <a:spLocks noGrp="1"/>
          </p:cNvSpPr>
          <p:nvPr>
            <p:ph type="title"/>
          </p:nvPr>
        </p:nvSpPr>
        <p:spPr>
          <a:xfrm>
            <a:off x="0" y="1"/>
            <a:ext cx="12192000" cy="789744"/>
          </a:xfrm>
          <a:solidFill>
            <a:schemeClr val="accent4">
              <a:lumMod val="40000"/>
              <a:lumOff val="60000"/>
            </a:schemeClr>
          </a:solidFill>
        </p:spPr>
        <p:txBody>
          <a:bodyPr>
            <a:normAutofit/>
          </a:bodyPr>
          <a:lstStyle/>
          <a:p>
            <a:pPr algn="ctr"/>
            <a:r>
              <a:rPr lang="en-US" sz="4000" b="1" dirty="0">
                <a:solidFill>
                  <a:schemeClr val="accent2">
                    <a:lumMod val="50000"/>
                  </a:schemeClr>
                </a:solidFill>
                <a:latin typeface="Arial Black" panose="020B0A04020102020204" pitchFamily="34" charset="0"/>
              </a:rPr>
              <a:t>🌱 Environmental Ethics</a:t>
            </a:r>
          </a:p>
        </p:txBody>
      </p:sp>
      <p:sp>
        <p:nvSpPr>
          <p:cNvPr id="3" name="Content Placeholder 2">
            <a:extLst>
              <a:ext uri="{FF2B5EF4-FFF2-40B4-BE49-F238E27FC236}">
                <a16:creationId xmlns:a16="http://schemas.microsoft.com/office/drawing/2014/main" id="{A3D9E07F-967D-D27D-AB9E-EB240DC2FACD}"/>
              </a:ext>
            </a:extLst>
          </p:cNvPr>
          <p:cNvSpPr>
            <a:spLocks noGrp="1"/>
          </p:cNvSpPr>
          <p:nvPr>
            <p:ph idx="1"/>
          </p:nvPr>
        </p:nvSpPr>
        <p:spPr>
          <a:xfrm>
            <a:off x="838200" y="1300164"/>
            <a:ext cx="10515600" cy="5557836"/>
          </a:xfrm>
        </p:spPr>
        <p:txBody>
          <a:bodyPr>
            <a:normAutofit fontScale="92500" lnSpcReduction="10000"/>
          </a:bodyPr>
          <a:lstStyle/>
          <a:p>
            <a:pPr marL="0" indent="0" algn="just">
              <a:lnSpc>
                <a:spcPct val="120000"/>
              </a:lnSpc>
              <a:buNone/>
            </a:pPr>
            <a:r>
              <a:rPr lang="en-US" b="1" dirty="0"/>
              <a:t>It is concerned with moral responsibility towards protecting the environment and ensuring sustainability.</a:t>
            </a:r>
          </a:p>
          <a:p>
            <a:pPr marL="0" indent="0">
              <a:buNone/>
            </a:pPr>
            <a:endParaRPr lang="en-US" b="1" dirty="0"/>
          </a:p>
          <a:p>
            <a:pPr marL="0" indent="0">
              <a:buNone/>
            </a:pPr>
            <a:r>
              <a:rPr lang="en-US" sz="2600" b="1" dirty="0">
                <a:solidFill>
                  <a:srgbClr val="C00000"/>
                </a:solidFill>
                <a:latin typeface="Arial Black" panose="020B0A04020102020204" pitchFamily="34" charset="0"/>
              </a:rPr>
              <a:t>CORE PRINCIPLES</a:t>
            </a:r>
          </a:p>
          <a:p>
            <a:pPr>
              <a:buFont typeface="Wingdings" panose="05000000000000000000" pitchFamily="2" charset="2"/>
              <a:buChar char="§"/>
            </a:pPr>
            <a:r>
              <a:rPr lang="en-US" sz="2600" b="1" dirty="0">
                <a:solidFill>
                  <a:schemeClr val="accent6">
                    <a:lumMod val="50000"/>
                  </a:schemeClr>
                </a:solidFill>
              </a:rPr>
              <a:t>Sustainable Development </a:t>
            </a:r>
          </a:p>
          <a:p>
            <a:pPr>
              <a:buFont typeface="Wingdings" panose="05000000000000000000" pitchFamily="2" charset="2"/>
              <a:buChar char="§"/>
            </a:pPr>
            <a:r>
              <a:rPr lang="en-US" sz="2600" b="1" dirty="0">
                <a:solidFill>
                  <a:schemeClr val="accent6">
                    <a:lumMod val="50000"/>
                  </a:schemeClr>
                </a:solidFill>
              </a:rPr>
              <a:t>Conservation Of Resources </a:t>
            </a:r>
          </a:p>
          <a:p>
            <a:pPr>
              <a:buFont typeface="Wingdings" panose="05000000000000000000" pitchFamily="2" charset="2"/>
              <a:buChar char="§"/>
            </a:pPr>
            <a:r>
              <a:rPr lang="en-US" sz="2600" b="1" dirty="0">
                <a:solidFill>
                  <a:schemeClr val="accent6">
                    <a:lumMod val="50000"/>
                  </a:schemeClr>
                </a:solidFill>
              </a:rPr>
              <a:t>Pollution Control </a:t>
            </a:r>
          </a:p>
          <a:p>
            <a:pPr>
              <a:buFont typeface="Wingdings" panose="05000000000000000000" pitchFamily="2" charset="2"/>
              <a:buChar char="§"/>
            </a:pPr>
            <a:r>
              <a:rPr lang="en-US" sz="2600" b="1" dirty="0">
                <a:solidFill>
                  <a:schemeClr val="accent6">
                    <a:lumMod val="50000"/>
                  </a:schemeClr>
                </a:solidFill>
              </a:rPr>
              <a:t>Intergenerational Equity (Future Generations’ Rights)</a:t>
            </a:r>
          </a:p>
          <a:p>
            <a:pPr marL="0" indent="0">
              <a:buNone/>
            </a:pPr>
            <a:endParaRPr lang="en-US" b="1" dirty="0"/>
          </a:p>
          <a:p>
            <a:pPr marL="342900" indent="-342900"/>
            <a:r>
              <a:rPr lang="en-US" sz="2600" dirty="0"/>
              <a:t>Dumping untreated waste into rivers </a:t>
            </a:r>
          </a:p>
          <a:p>
            <a:pPr marL="342900" indent="-342900"/>
            <a:r>
              <a:rPr lang="en-US" sz="2600" dirty="0"/>
              <a:t>Overuse of fossil fuels </a:t>
            </a:r>
          </a:p>
          <a:p>
            <a:pPr marL="342900" indent="-342900"/>
            <a:r>
              <a:rPr lang="en-US" sz="2600" dirty="0"/>
              <a:t>E-waste mismanagement </a:t>
            </a:r>
          </a:p>
          <a:p>
            <a:endParaRPr lang="en-US" dirty="0"/>
          </a:p>
          <a:p>
            <a:pPr marL="0" indent="0">
              <a:buNone/>
            </a:pPr>
            <a:endParaRPr lang="en-US" dirty="0"/>
          </a:p>
        </p:txBody>
      </p:sp>
      <p:sp>
        <p:nvSpPr>
          <p:cNvPr id="5" name="TextBox 4">
            <a:extLst>
              <a:ext uri="{FF2B5EF4-FFF2-40B4-BE49-F238E27FC236}">
                <a16:creationId xmlns:a16="http://schemas.microsoft.com/office/drawing/2014/main" id="{2D402A8B-D2F9-9ED2-E9CA-3EBB143F34A9}"/>
              </a:ext>
            </a:extLst>
          </p:cNvPr>
          <p:cNvSpPr txBox="1"/>
          <p:nvPr/>
        </p:nvSpPr>
        <p:spPr>
          <a:xfrm>
            <a:off x="8274844" y="2321004"/>
            <a:ext cx="3779044" cy="2491964"/>
          </a:xfrm>
          <a:prstGeom prst="rect">
            <a:avLst/>
          </a:prstGeom>
          <a:noFill/>
        </p:spPr>
        <p:txBody>
          <a:bodyPr wrap="square" rtlCol="0">
            <a:spAutoFit/>
          </a:bodyPr>
          <a:lstStyle/>
          <a:p>
            <a:pPr>
              <a:lnSpc>
                <a:spcPct val="70000"/>
              </a:lnSpc>
              <a:spcBef>
                <a:spcPts val="1000"/>
              </a:spcBef>
            </a:pPr>
            <a:endParaRPr lang="en-US" sz="2400" b="1" dirty="0">
              <a:solidFill>
                <a:srgbClr val="C00000"/>
              </a:solidFill>
              <a:latin typeface="Arial Black" panose="020B0A04020102020204" pitchFamily="34" charset="0"/>
            </a:endParaRPr>
          </a:p>
          <a:p>
            <a:pPr>
              <a:lnSpc>
                <a:spcPct val="70000"/>
              </a:lnSpc>
              <a:spcBef>
                <a:spcPts val="1000"/>
              </a:spcBef>
            </a:pPr>
            <a:r>
              <a:rPr lang="en-US" sz="2400" b="1" dirty="0">
                <a:solidFill>
                  <a:srgbClr val="C00000"/>
                </a:solidFill>
                <a:latin typeface="Arial Black" panose="020B0A04020102020204" pitchFamily="34" charset="0"/>
              </a:rPr>
              <a:t>MAJOR ISSUES</a:t>
            </a:r>
          </a:p>
          <a:p>
            <a:pPr marL="342900" indent="-342900">
              <a:buFont typeface="Wingdings" panose="05000000000000000000" pitchFamily="2" charset="2"/>
              <a:buChar char="§"/>
            </a:pPr>
            <a:r>
              <a:rPr lang="en-US" sz="2400" b="1" dirty="0">
                <a:solidFill>
                  <a:srgbClr val="002060"/>
                </a:solidFill>
              </a:rPr>
              <a:t>Air and water pollution </a:t>
            </a:r>
          </a:p>
          <a:p>
            <a:pPr marL="342900" indent="-342900">
              <a:buFont typeface="Wingdings" panose="05000000000000000000" pitchFamily="2" charset="2"/>
              <a:buChar char="§"/>
            </a:pPr>
            <a:r>
              <a:rPr lang="en-US" sz="2400" b="1" dirty="0">
                <a:solidFill>
                  <a:srgbClr val="002060"/>
                </a:solidFill>
              </a:rPr>
              <a:t>Climate change </a:t>
            </a:r>
          </a:p>
          <a:p>
            <a:pPr marL="342900" indent="-342900">
              <a:buFont typeface="Wingdings" panose="05000000000000000000" pitchFamily="2" charset="2"/>
              <a:buChar char="§"/>
            </a:pPr>
            <a:r>
              <a:rPr lang="en-US" sz="2400" b="1" dirty="0">
                <a:solidFill>
                  <a:srgbClr val="002060"/>
                </a:solidFill>
              </a:rPr>
              <a:t>Deforestation </a:t>
            </a:r>
          </a:p>
          <a:p>
            <a:pPr marL="342900" indent="-342900">
              <a:buFont typeface="Wingdings" panose="05000000000000000000" pitchFamily="2" charset="2"/>
              <a:buChar char="§"/>
            </a:pPr>
            <a:r>
              <a:rPr lang="en-US" sz="2400" b="1" dirty="0">
                <a:solidFill>
                  <a:srgbClr val="002060"/>
                </a:solidFill>
              </a:rPr>
              <a:t>Industrial waste</a:t>
            </a:r>
          </a:p>
          <a:p>
            <a:endParaRPr lang="en-US" dirty="0"/>
          </a:p>
        </p:txBody>
      </p:sp>
    </p:spTree>
    <p:extLst>
      <p:ext uri="{BB962C8B-B14F-4D97-AF65-F5344CB8AC3E}">
        <p14:creationId xmlns:p14="http://schemas.microsoft.com/office/powerpoint/2010/main" val="342733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CA40E3-FECC-54E7-C6A3-7E725B3C3D85}"/>
              </a:ext>
            </a:extLst>
          </p:cNvPr>
          <p:cNvSpPr txBox="1"/>
          <p:nvPr/>
        </p:nvSpPr>
        <p:spPr>
          <a:xfrm>
            <a:off x="759618" y="1228726"/>
            <a:ext cx="10672763" cy="4339650"/>
          </a:xfrm>
          <a:prstGeom prst="rect">
            <a:avLst/>
          </a:prstGeom>
          <a:noFill/>
        </p:spPr>
        <p:txBody>
          <a:bodyPr wrap="square" rtlCol="0">
            <a:spAutoFit/>
          </a:bodyPr>
          <a:lstStyle/>
          <a:p>
            <a:pPr algn="just"/>
            <a:r>
              <a:rPr lang="en-US" sz="2800" b="1" dirty="0">
                <a:solidFill>
                  <a:schemeClr val="accent2">
                    <a:lumMod val="50000"/>
                  </a:schemeClr>
                </a:solidFill>
                <a:latin typeface="Arial Black" panose="020B0A04020102020204" pitchFamily="34" charset="0"/>
              </a:rPr>
              <a:t>Environmental ethics </a:t>
            </a:r>
            <a:r>
              <a:rPr lang="en-US" sz="2400" b="1" dirty="0"/>
              <a:t>focuses on the responsibility of individuals and organizations to protect nature and use resources sustainably. Issues such as pollution, climate change, and deforestation highlight the need to balance development with environmental conservation. A factory reduces cost by skipping pollution control systems.</a:t>
            </a:r>
          </a:p>
          <a:p>
            <a:pPr algn="ctr"/>
            <a:br>
              <a:rPr lang="en-US" sz="3600" b="1" dirty="0"/>
            </a:br>
            <a:endParaRPr lang="en-US" sz="3600" b="1" dirty="0"/>
          </a:p>
          <a:p>
            <a:pPr algn="ctr"/>
            <a:r>
              <a:rPr lang="en-US" sz="4000" b="1" dirty="0">
                <a:solidFill>
                  <a:srgbClr val="FF0000"/>
                </a:solidFill>
              </a:rPr>
              <a:t>Short-term profit vs long-term environmental damage?</a:t>
            </a:r>
            <a:endParaRPr lang="en-US" sz="3600" b="1" dirty="0">
              <a:solidFill>
                <a:srgbClr val="FF0000"/>
              </a:solidFill>
            </a:endParaRPr>
          </a:p>
        </p:txBody>
      </p:sp>
    </p:spTree>
    <p:extLst>
      <p:ext uri="{BB962C8B-B14F-4D97-AF65-F5344CB8AC3E}">
        <p14:creationId xmlns:p14="http://schemas.microsoft.com/office/powerpoint/2010/main" val="1635955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A4AF-848A-409B-DCD5-7AE528A605C2}"/>
              </a:ext>
            </a:extLst>
          </p:cNvPr>
          <p:cNvSpPr>
            <a:spLocks noGrp="1"/>
          </p:cNvSpPr>
          <p:nvPr>
            <p:ph type="title"/>
          </p:nvPr>
        </p:nvSpPr>
        <p:spPr>
          <a:xfrm>
            <a:off x="0" y="1"/>
            <a:ext cx="12192000" cy="777242"/>
          </a:xfrm>
          <a:solidFill>
            <a:schemeClr val="accent4">
              <a:lumMod val="40000"/>
              <a:lumOff val="60000"/>
            </a:schemeClr>
          </a:solidFill>
        </p:spPr>
        <p:txBody>
          <a:bodyPr>
            <a:normAutofit/>
          </a:bodyPr>
          <a:lstStyle/>
          <a:p>
            <a:pPr algn="ctr"/>
            <a:r>
              <a:rPr lang="en-US" sz="4000" b="1" dirty="0">
                <a:solidFill>
                  <a:schemeClr val="accent2">
                    <a:lumMod val="50000"/>
                  </a:schemeClr>
                </a:solidFill>
                <a:latin typeface="Arial Black" panose="020B0A04020102020204" pitchFamily="34" charset="0"/>
              </a:rPr>
              <a:t>💻 IT Ethics</a:t>
            </a:r>
          </a:p>
        </p:txBody>
      </p:sp>
      <p:sp>
        <p:nvSpPr>
          <p:cNvPr id="3" name="Content Placeholder 2">
            <a:extLst>
              <a:ext uri="{FF2B5EF4-FFF2-40B4-BE49-F238E27FC236}">
                <a16:creationId xmlns:a16="http://schemas.microsoft.com/office/drawing/2014/main" id="{00FAF590-49B2-EA2E-C127-859D6F130E27}"/>
              </a:ext>
            </a:extLst>
          </p:cNvPr>
          <p:cNvSpPr>
            <a:spLocks noGrp="1"/>
          </p:cNvSpPr>
          <p:nvPr>
            <p:ph idx="1"/>
          </p:nvPr>
        </p:nvSpPr>
        <p:spPr>
          <a:xfrm>
            <a:off x="838200" y="1343025"/>
            <a:ext cx="4833938" cy="5372100"/>
          </a:xfrm>
        </p:spPr>
        <p:txBody>
          <a:bodyPr>
            <a:normAutofit fontScale="92500" lnSpcReduction="20000"/>
          </a:bodyPr>
          <a:lstStyle/>
          <a:p>
            <a:pPr marL="0" indent="0" algn="just">
              <a:buNone/>
            </a:pPr>
            <a:r>
              <a:rPr lang="en-US" b="1" dirty="0"/>
              <a:t>It Deals with ethical use of computers, data, and technology</a:t>
            </a:r>
            <a:r>
              <a:rPr lang="en-US" dirty="0"/>
              <a:t>.</a:t>
            </a:r>
          </a:p>
          <a:p>
            <a:pPr marL="0" indent="0">
              <a:buNone/>
            </a:pPr>
            <a:endParaRPr lang="en-US" b="1" dirty="0"/>
          </a:p>
          <a:p>
            <a:pPr marL="0" indent="0">
              <a:buNone/>
            </a:pPr>
            <a:r>
              <a:rPr lang="en-US" sz="2600" b="1" dirty="0">
                <a:solidFill>
                  <a:srgbClr val="C00000"/>
                </a:solidFill>
                <a:latin typeface="Arial Black" panose="020B0A04020102020204" pitchFamily="34" charset="0"/>
              </a:rPr>
              <a:t>KEY AREAS</a:t>
            </a:r>
          </a:p>
          <a:p>
            <a:pPr>
              <a:buFont typeface="Wingdings" panose="05000000000000000000" pitchFamily="2" charset="2"/>
              <a:buChar char="§"/>
            </a:pPr>
            <a:r>
              <a:rPr lang="en-US" sz="2600" b="1" dirty="0">
                <a:solidFill>
                  <a:schemeClr val="accent6">
                    <a:lumMod val="50000"/>
                  </a:schemeClr>
                </a:solidFill>
              </a:rPr>
              <a:t>Data privacy </a:t>
            </a:r>
          </a:p>
          <a:p>
            <a:pPr>
              <a:buFont typeface="Wingdings" panose="05000000000000000000" pitchFamily="2" charset="2"/>
              <a:buChar char="§"/>
            </a:pPr>
            <a:r>
              <a:rPr lang="en-US" sz="2600" b="1" dirty="0">
                <a:solidFill>
                  <a:schemeClr val="accent6">
                    <a:lumMod val="50000"/>
                  </a:schemeClr>
                </a:solidFill>
              </a:rPr>
              <a:t>Cybersecurity </a:t>
            </a:r>
          </a:p>
          <a:p>
            <a:pPr>
              <a:buFont typeface="Wingdings" panose="05000000000000000000" pitchFamily="2" charset="2"/>
              <a:buChar char="§"/>
            </a:pPr>
            <a:r>
              <a:rPr lang="en-US" sz="2600" b="1" dirty="0">
                <a:solidFill>
                  <a:schemeClr val="accent6">
                    <a:lumMod val="50000"/>
                  </a:schemeClr>
                </a:solidFill>
              </a:rPr>
              <a:t>Intellectual property </a:t>
            </a:r>
          </a:p>
          <a:p>
            <a:pPr>
              <a:buFont typeface="Wingdings" panose="05000000000000000000" pitchFamily="2" charset="2"/>
              <a:buChar char="§"/>
            </a:pPr>
            <a:r>
              <a:rPr lang="en-US" sz="2600" b="1" dirty="0">
                <a:solidFill>
                  <a:schemeClr val="accent6">
                    <a:lumMod val="50000"/>
                  </a:schemeClr>
                </a:solidFill>
              </a:rPr>
              <a:t>AI ethics </a:t>
            </a:r>
          </a:p>
          <a:p>
            <a:pPr marL="0" indent="0">
              <a:buNone/>
            </a:pPr>
            <a:endParaRPr lang="en-US" b="1" dirty="0"/>
          </a:p>
          <a:p>
            <a:pPr marL="0" indent="0">
              <a:buNone/>
            </a:pPr>
            <a:r>
              <a:rPr lang="en-US" sz="2600" b="1" dirty="0">
                <a:solidFill>
                  <a:srgbClr val="C00000"/>
                </a:solidFill>
                <a:latin typeface="Arial Black" panose="020B0A04020102020204" pitchFamily="34" charset="0"/>
              </a:rPr>
              <a:t>ETHICAL ISSUES</a:t>
            </a:r>
          </a:p>
          <a:p>
            <a:pPr>
              <a:buFont typeface="Wingdings" panose="05000000000000000000" pitchFamily="2" charset="2"/>
              <a:buChar char="§"/>
            </a:pPr>
            <a:r>
              <a:rPr lang="en-US" sz="2600" b="1" dirty="0">
                <a:solidFill>
                  <a:srgbClr val="002060"/>
                </a:solidFill>
              </a:rPr>
              <a:t>Hacking </a:t>
            </a:r>
          </a:p>
          <a:p>
            <a:pPr>
              <a:buFont typeface="Wingdings" panose="05000000000000000000" pitchFamily="2" charset="2"/>
              <a:buChar char="§"/>
            </a:pPr>
            <a:r>
              <a:rPr lang="en-US" sz="2600" b="1" dirty="0">
                <a:solidFill>
                  <a:srgbClr val="002060"/>
                </a:solidFill>
              </a:rPr>
              <a:t>Identity theft </a:t>
            </a:r>
          </a:p>
          <a:p>
            <a:pPr>
              <a:buFont typeface="Wingdings" panose="05000000000000000000" pitchFamily="2" charset="2"/>
              <a:buChar char="§"/>
            </a:pPr>
            <a:r>
              <a:rPr lang="en-US" sz="2600" b="1" dirty="0">
                <a:solidFill>
                  <a:srgbClr val="002060"/>
                </a:solidFill>
              </a:rPr>
              <a:t>Data misuse </a:t>
            </a:r>
          </a:p>
          <a:p>
            <a:pPr>
              <a:buFont typeface="Wingdings" panose="05000000000000000000" pitchFamily="2" charset="2"/>
              <a:buChar char="§"/>
            </a:pPr>
            <a:r>
              <a:rPr lang="en-US" sz="2600" b="1" dirty="0">
                <a:solidFill>
                  <a:srgbClr val="002060"/>
                </a:solidFill>
              </a:rPr>
              <a:t>Fake news</a:t>
            </a:r>
          </a:p>
          <a:p>
            <a:endParaRPr lang="en-US" dirty="0"/>
          </a:p>
        </p:txBody>
      </p:sp>
      <p:sp>
        <p:nvSpPr>
          <p:cNvPr id="4" name="TextBox 3">
            <a:extLst>
              <a:ext uri="{FF2B5EF4-FFF2-40B4-BE49-F238E27FC236}">
                <a16:creationId xmlns:a16="http://schemas.microsoft.com/office/drawing/2014/main" id="{98590FE5-0030-04D0-FAF4-8A7225045270}"/>
              </a:ext>
            </a:extLst>
          </p:cNvPr>
          <p:cNvSpPr txBox="1"/>
          <p:nvPr/>
        </p:nvSpPr>
        <p:spPr>
          <a:xfrm>
            <a:off x="5957889" y="5607129"/>
            <a:ext cx="4948335"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a:t>Unauthorized access to personal data </a:t>
            </a:r>
          </a:p>
          <a:p>
            <a:pPr marL="342900" indent="-342900">
              <a:buFont typeface="Arial" panose="020B0604020202020204" pitchFamily="34" charset="0"/>
              <a:buChar char="•"/>
            </a:pPr>
            <a:r>
              <a:rPr lang="en-US" sz="2200" dirty="0"/>
              <a:t>Using pirated software </a:t>
            </a:r>
          </a:p>
          <a:p>
            <a:pPr marL="342900" indent="-342900">
              <a:buFont typeface="Arial" panose="020B0604020202020204" pitchFamily="34" charset="0"/>
              <a:buChar char="•"/>
            </a:pPr>
            <a:r>
              <a:rPr lang="en-US" sz="2200" dirty="0"/>
              <a:t>Social media manipulation </a:t>
            </a:r>
          </a:p>
        </p:txBody>
      </p:sp>
      <p:pic>
        <p:nvPicPr>
          <p:cNvPr id="6" name="Picture 5">
            <a:extLst>
              <a:ext uri="{FF2B5EF4-FFF2-40B4-BE49-F238E27FC236}">
                <a16:creationId xmlns:a16="http://schemas.microsoft.com/office/drawing/2014/main" id="{29F5DCAB-9FFA-5BE4-C5A3-16BB766A4C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889" y="1014413"/>
            <a:ext cx="6086474" cy="4129088"/>
          </a:xfrm>
          <a:prstGeom prst="rect">
            <a:avLst/>
          </a:prstGeom>
        </p:spPr>
      </p:pic>
    </p:spTree>
    <p:extLst>
      <p:ext uri="{BB962C8B-B14F-4D97-AF65-F5344CB8AC3E}">
        <p14:creationId xmlns:p14="http://schemas.microsoft.com/office/powerpoint/2010/main" val="1947755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864A35-D295-5625-9D35-F3D26F745C22}"/>
              </a:ext>
            </a:extLst>
          </p:cNvPr>
          <p:cNvSpPr txBox="1"/>
          <p:nvPr/>
        </p:nvSpPr>
        <p:spPr>
          <a:xfrm>
            <a:off x="573881" y="1328739"/>
            <a:ext cx="11044238" cy="3477875"/>
          </a:xfrm>
          <a:prstGeom prst="rect">
            <a:avLst/>
          </a:prstGeom>
          <a:noFill/>
        </p:spPr>
        <p:txBody>
          <a:bodyPr wrap="square" rtlCol="0">
            <a:spAutoFit/>
          </a:bodyPr>
          <a:lstStyle/>
          <a:p>
            <a:pPr algn="just"/>
            <a:r>
              <a:rPr lang="en-US" sz="2800" b="1" dirty="0">
                <a:solidFill>
                  <a:schemeClr val="accent2">
                    <a:lumMod val="50000"/>
                  </a:schemeClr>
                </a:solidFill>
              </a:rPr>
              <a:t>IT ethics </a:t>
            </a:r>
            <a:r>
              <a:rPr lang="en-US" sz="2400" b="1" dirty="0"/>
              <a:t>deals with the responsible use of technology and data. It includes concerns like data privacy, cybersecurity, hacking, and misuse of digital information. Ethical IT practices ensure trust, security, and fairness in the digital world. A software engineer accesses user data secretly.</a:t>
            </a:r>
            <a:br>
              <a:rPr lang="en-US" sz="4000" b="1" dirty="0"/>
            </a:br>
            <a:endParaRPr lang="en-US" sz="4000" b="1" dirty="0">
              <a:solidFill>
                <a:srgbClr val="FF0000"/>
              </a:solidFill>
            </a:endParaRPr>
          </a:p>
          <a:p>
            <a:pPr algn="ctr"/>
            <a:endParaRPr lang="en-US" sz="4000" b="1" dirty="0">
              <a:solidFill>
                <a:srgbClr val="FF0000"/>
              </a:solidFill>
            </a:endParaRPr>
          </a:p>
          <a:p>
            <a:pPr algn="ctr"/>
            <a:r>
              <a:rPr lang="en-US" sz="4000" b="1" dirty="0">
                <a:solidFill>
                  <a:srgbClr val="FF0000"/>
                </a:solidFill>
              </a:rPr>
              <a:t>Is it ethical if no one gets caught?</a:t>
            </a:r>
          </a:p>
        </p:txBody>
      </p:sp>
    </p:spTree>
    <p:extLst>
      <p:ext uri="{BB962C8B-B14F-4D97-AF65-F5344CB8AC3E}">
        <p14:creationId xmlns:p14="http://schemas.microsoft.com/office/powerpoint/2010/main" val="2825962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89B89-281E-35E8-D9C0-263575702837}"/>
              </a:ext>
            </a:extLst>
          </p:cNvPr>
          <p:cNvSpPr>
            <a:spLocks noGrp="1"/>
          </p:cNvSpPr>
          <p:nvPr>
            <p:ph type="title"/>
          </p:nvPr>
        </p:nvSpPr>
        <p:spPr>
          <a:xfrm>
            <a:off x="0" y="0"/>
            <a:ext cx="12192000" cy="857292"/>
          </a:xfrm>
          <a:solidFill>
            <a:schemeClr val="accent4">
              <a:lumMod val="40000"/>
              <a:lumOff val="60000"/>
            </a:schemeClr>
          </a:solidFill>
        </p:spPr>
        <p:txBody>
          <a:bodyPr>
            <a:normAutofit/>
          </a:bodyPr>
          <a:lstStyle/>
          <a:p>
            <a:pPr algn="ctr"/>
            <a:r>
              <a:rPr lang="en-US" sz="4000" b="1" dirty="0">
                <a:solidFill>
                  <a:schemeClr val="accent2">
                    <a:lumMod val="50000"/>
                  </a:schemeClr>
                </a:solidFill>
                <a:latin typeface="Arial Black" panose="020B0A04020102020204" pitchFamily="34" charset="0"/>
              </a:rPr>
              <a:t>🧬 Bioethics</a:t>
            </a:r>
          </a:p>
        </p:txBody>
      </p:sp>
      <p:sp>
        <p:nvSpPr>
          <p:cNvPr id="3" name="Content Placeholder 2">
            <a:extLst>
              <a:ext uri="{FF2B5EF4-FFF2-40B4-BE49-F238E27FC236}">
                <a16:creationId xmlns:a16="http://schemas.microsoft.com/office/drawing/2014/main" id="{FF7809A1-EEC2-C3D3-9A3E-2F7C71B9F109}"/>
              </a:ext>
            </a:extLst>
          </p:cNvPr>
          <p:cNvSpPr>
            <a:spLocks noGrp="1"/>
          </p:cNvSpPr>
          <p:nvPr>
            <p:ph idx="1"/>
          </p:nvPr>
        </p:nvSpPr>
        <p:spPr>
          <a:xfrm>
            <a:off x="433387" y="1114425"/>
            <a:ext cx="5772152" cy="5357811"/>
          </a:xfrm>
        </p:spPr>
        <p:txBody>
          <a:bodyPr>
            <a:normAutofit fontScale="85000" lnSpcReduction="20000"/>
          </a:bodyPr>
          <a:lstStyle/>
          <a:p>
            <a:pPr marL="0" indent="0" algn="just">
              <a:lnSpc>
                <a:spcPct val="110000"/>
              </a:lnSpc>
              <a:buNone/>
            </a:pPr>
            <a:endParaRPr lang="en-US" b="1" dirty="0"/>
          </a:p>
          <a:p>
            <a:pPr marL="0" indent="0" algn="just">
              <a:lnSpc>
                <a:spcPct val="110000"/>
              </a:lnSpc>
              <a:buNone/>
            </a:pPr>
            <a:r>
              <a:rPr lang="en-US" b="1" dirty="0"/>
              <a:t>Ethical issues arising in biology, medicine, and biotechnology.</a:t>
            </a:r>
          </a:p>
          <a:p>
            <a:pPr marL="0" indent="0">
              <a:buNone/>
            </a:pPr>
            <a:endParaRPr lang="en-US" sz="3100" b="1" dirty="0"/>
          </a:p>
          <a:p>
            <a:pPr marL="0" indent="0">
              <a:buNone/>
            </a:pPr>
            <a:r>
              <a:rPr lang="en-US" b="1" dirty="0">
                <a:solidFill>
                  <a:srgbClr val="C00000"/>
                </a:solidFill>
                <a:latin typeface="Arial Black" panose="020B0A04020102020204" pitchFamily="34" charset="0"/>
              </a:rPr>
              <a:t>KEY TOPICS</a:t>
            </a:r>
          </a:p>
          <a:p>
            <a:pPr>
              <a:buFont typeface="Wingdings" panose="05000000000000000000" pitchFamily="2" charset="2"/>
              <a:buChar char="§"/>
            </a:pPr>
            <a:r>
              <a:rPr lang="en-US" sz="2600" b="1" dirty="0">
                <a:solidFill>
                  <a:schemeClr val="accent6">
                    <a:lumMod val="50000"/>
                  </a:schemeClr>
                </a:solidFill>
              </a:rPr>
              <a:t>Genetic engineering </a:t>
            </a:r>
          </a:p>
          <a:p>
            <a:pPr>
              <a:buFont typeface="Wingdings" panose="05000000000000000000" pitchFamily="2" charset="2"/>
              <a:buChar char="§"/>
            </a:pPr>
            <a:r>
              <a:rPr lang="en-US" sz="2600" b="1" dirty="0">
                <a:solidFill>
                  <a:schemeClr val="accent6">
                    <a:lumMod val="50000"/>
                  </a:schemeClr>
                </a:solidFill>
              </a:rPr>
              <a:t>Cloning </a:t>
            </a:r>
          </a:p>
          <a:p>
            <a:pPr>
              <a:buFont typeface="Wingdings" panose="05000000000000000000" pitchFamily="2" charset="2"/>
              <a:buChar char="§"/>
            </a:pPr>
            <a:r>
              <a:rPr lang="en-US" sz="2600" b="1" dirty="0">
                <a:solidFill>
                  <a:schemeClr val="accent6">
                    <a:lumMod val="50000"/>
                  </a:schemeClr>
                </a:solidFill>
              </a:rPr>
              <a:t>Stem cell research </a:t>
            </a:r>
          </a:p>
          <a:p>
            <a:pPr>
              <a:buFont typeface="Wingdings" panose="05000000000000000000" pitchFamily="2" charset="2"/>
              <a:buChar char="§"/>
            </a:pPr>
            <a:r>
              <a:rPr lang="en-US" sz="2600" b="1" dirty="0">
                <a:solidFill>
                  <a:schemeClr val="accent6">
                    <a:lumMod val="50000"/>
                  </a:schemeClr>
                </a:solidFill>
              </a:rPr>
              <a:t>Organ transplantation </a:t>
            </a:r>
          </a:p>
          <a:p>
            <a:pPr marL="0" indent="0">
              <a:buNone/>
            </a:pPr>
            <a:endParaRPr lang="en-US" b="1" dirty="0"/>
          </a:p>
          <a:p>
            <a:pPr marL="0" indent="0">
              <a:buNone/>
            </a:pPr>
            <a:r>
              <a:rPr lang="en-US" sz="3100" b="1" dirty="0">
                <a:solidFill>
                  <a:srgbClr val="C00000"/>
                </a:solidFill>
              </a:rPr>
              <a:t>⚖️ </a:t>
            </a:r>
            <a:r>
              <a:rPr lang="en-US" b="1" dirty="0">
                <a:solidFill>
                  <a:srgbClr val="C00000"/>
                </a:solidFill>
                <a:latin typeface="Arial Black" panose="020B0A04020102020204" pitchFamily="34" charset="0"/>
              </a:rPr>
              <a:t>ETHICAL CONCERNS</a:t>
            </a:r>
          </a:p>
          <a:p>
            <a:pPr>
              <a:buFont typeface="Wingdings" panose="05000000000000000000" pitchFamily="2" charset="2"/>
              <a:buChar char="§"/>
            </a:pPr>
            <a:r>
              <a:rPr lang="en-US" sz="2600" b="1" dirty="0">
                <a:solidFill>
                  <a:srgbClr val="002060"/>
                </a:solidFill>
              </a:rPr>
              <a:t>Playing with human life </a:t>
            </a:r>
          </a:p>
          <a:p>
            <a:pPr>
              <a:buFont typeface="Wingdings" panose="05000000000000000000" pitchFamily="2" charset="2"/>
              <a:buChar char="§"/>
            </a:pPr>
            <a:r>
              <a:rPr lang="en-US" sz="2600" b="1" dirty="0">
                <a:solidFill>
                  <a:srgbClr val="002060"/>
                </a:solidFill>
              </a:rPr>
              <a:t>Consent and safety </a:t>
            </a:r>
          </a:p>
          <a:p>
            <a:pPr>
              <a:buFont typeface="Wingdings" panose="05000000000000000000" pitchFamily="2" charset="2"/>
              <a:buChar char="§"/>
            </a:pPr>
            <a:r>
              <a:rPr lang="en-US" sz="2600" b="1" dirty="0">
                <a:solidFill>
                  <a:srgbClr val="002060"/>
                </a:solidFill>
              </a:rPr>
              <a:t>Human dignity</a:t>
            </a:r>
          </a:p>
          <a:p>
            <a:endParaRPr lang="en-US" dirty="0"/>
          </a:p>
        </p:txBody>
      </p:sp>
      <p:sp>
        <p:nvSpPr>
          <p:cNvPr id="4" name="TextBox 3">
            <a:extLst>
              <a:ext uri="{FF2B5EF4-FFF2-40B4-BE49-F238E27FC236}">
                <a16:creationId xmlns:a16="http://schemas.microsoft.com/office/drawing/2014/main" id="{B28E5D31-8F85-3F7F-FDD4-D36C08ECED6B}"/>
              </a:ext>
            </a:extLst>
          </p:cNvPr>
          <p:cNvSpPr txBox="1"/>
          <p:nvPr/>
        </p:nvSpPr>
        <p:spPr>
          <a:xfrm>
            <a:off x="6410325" y="5470397"/>
            <a:ext cx="3921918"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Creating “designer babies” </a:t>
            </a:r>
          </a:p>
          <a:p>
            <a:pPr marL="342900" indent="-342900">
              <a:buFont typeface="Arial" panose="020B0604020202020204" pitchFamily="34" charset="0"/>
              <a:buChar char="•"/>
            </a:pPr>
            <a:r>
              <a:rPr lang="en-US" sz="2400" dirty="0"/>
              <a:t>Animal testing </a:t>
            </a:r>
          </a:p>
          <a:p>
            <a:pPr marL="342900" indent="-342900">
              <a:buFont typeface="Arial" panose="020B0604020202020204" pitchFamily="34" charset="0"/>
              <a:buChar char="•"/>
            </a:pPr>
            <a:r>
              <a:rPr lang="en-US" sz="2400" dirty="0"/>
              <a:t>Organ trade </a:t>
            </a:r>
          </a:p>
        </p:txBody>
      </p:sp>
      <p:pic>
        <p:nvPicPr>
          <p:cNvPr id="6" name="Picture 5">
            <a:extLst>
              <a:ext uri="{FF2B5EF4-FFF2-40B4-BE49-F238E27FC236}">
                <a16:creationId xmlns:a16="http://schemas.microsoft.com/office/drawing/2014/main" id="{0D371498-AD24-16A5-4C21-F8CC767B65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325" y="1271588"/>
            <a:ext cx="5576889" cy="3878219"/>
          </a:xfrm>
          <a:prstGeom prst="rect">
            <a:avLst/>
          </a:prstGeom>
        </p:spPr>
      </p:pic>
    </p:spTree>
    <p:extLst>
      <p:ext uri="{BB962C8B-B14F-4D97-AF65-F5344CB8AC3E}">
        <p14:creationId xmlns:p14="http://schemas.microsoft.com/office/powerpoint/2010/main" val="3250368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17E4E2-5F1B-A36B-D14D-84762080C726}"/>
              </a:ext>
            </a:extLst>
          </p:cNvPr>
          <p:cNvSpPr txBox="1"/>
          <p:nvPr/>
        </p:nvSpPr>
        <p:spPr>
          <a:xfrm>
            <a:off x="681037" y="1400175"/>
            <a:ext cx="10829925" cy="3447098"/>
          </a:xfrm>
          <a:prstGeom prst="rect">
            <a:avLst/>
          </a:prstGeom>
          <a:noFill/>
        </p:spPr>
        <p:txBody>
          <a:bodyPr wrap="square" rtlCol="0">
            <a:spAutoFit/>
          </a:bodyPr>
          <a:lstStyle/>
          <a:p>
            <a:pPr algn="just"/>
            <a:r>
              <a:rPr lang="en-US" sz="2800" b="1" dirty="0">
                <a:solidFill>
                  <a:schemeClr val="accent2">
                    <a:lumMod val="50000"/>
                  </a:schemeClr>
                </a:solidFill>
                <a:latin typeface="Arial Black" panose="020B0A04020102020204" pitchFamily="34" charset="0"/>
              </a:rPr>
              <a:t>Bioethics</a:t>
            </a:r>
            <a:r>
              <a:rPr lang="en-US" sz="2400" b="1" dirty="0"/>
              <a:t> involves ethical questions in medicine, biology, and life sciences. It addresses issues like genetic engineering, cloning, and organ transplantation, focusing on human dignity, consent, and the limits of scientific intervention.</a:t>
            </a:r>
          </a:p>
          <a:p>
            <a:pPr algn="ctr"/>
            <a:br>
              <a:rPr lang="en-US" sz="4000" b="1" dirty="0"/>
            </a:br>
            <a:endParaRPr lang="en-US" sz="4000" b="1" dirty="0">
              <a:solidFill>
                <a:srgbClr val="002060"/>
              </a:solidFill>
            </a:endParaRPr>
          </a:p>
          <a:p>
            <a:pPr algn="ctr"/>
            <a:r>
              <a:rPr lang="en-US" sz="4400" b="1" dirty="0">
                <a:solidFill>
                  <a:srgbClr val="FF0000"/>
                </a:solidFill>
              </a:rPr>
              <a:t>Where should we draw the line?</a:t>
            </a:r>
          </a:p>
          <a:p>
            <a:endParaRPr lang="en-US" dirty="0"/>
          </a:p>
        </p:txBody>
      </p:sp>
    </p:spTree>
    <p:extLst>
      <p:ext uri="{BB962C8B-B14F-4D97-AF65-F5344CB8AC3E}">
        <p14:creationId xmlns:p14="http://schemas.microsoft.com/office/powerpoint/2010/main" val="197458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67156-39D5-FE4F-B1AC-B0956AEAC293}"/>
              </a:ext>
            </a:extLst>
          </p:cNvPr>
          <p:cNvSpPr>
            <a:spLocks noGrp="1"/>
          </p:cNvSpPr>
          <p:nvPr>
            <p:ph type="title"/>
          </p:nvPr>
        </p:nvSpPr>
        <p:spPr>
          <a:xfrm>
            <a:off x="0" y="0"/>
            <a:ext cx="12192000" cy="777875"/>
          </a:xfrm>
          <a:solidFill>
            <a:schemeClr val="accent4">
              <a:lumMod val="40000"/>
              <a:lumOff val="60000"/>
            </a:schemeClr>
          </a:solidFill>
        </p:spPr>
        <p:txBody>
          <a:bodyPr>
            <a:normAutofit/>
          </a:bodyPr>
          <a:lstStyle/>
          <a:p>
            <a:r>
              <a:rPr lang="en-US" sz="4000" b="1" dirty="0">
                <a:solidFill>
                  <a:schemeClr val="accent2">
                    <a:lumMod val="50000"/>
                  </a:schemeClr>
                </a:solidFill>
                <a:latin typeface="Arial Black" panose="020B0A04020102020204" pitchFamily="34" charset="0"/>
              </a:rPr>
              <a:t>    📜 Intellectual Property Rights (IPR)</a:t>
            </a:r>
          </a:p>
        </p:txBody>
      </p:sp>
      <p:sp>
        <p:nvSpPr>
          <p:cNvPr id="3" name="Content Placeholder 2">
            <a:extLst>
              <a:ext uri="{FF2B5EF4-FFF2-40B4-BE49-F238E27FC236}">
                <a16:creationId xmlns:a16="http://schemas.microsoft.com/office/drawing/2014/main" id="{D5908D0A-6805-DBC3-7D75-7A9853F1194A}"/>
              </a:ext>
            </a:extLst>
          </p:cNvPr>
          <p:cNvSpPr>
            <a:spLocks noGrp="1"/>
          </p:cNvSpPr>
          <p:nvPr>
            <p:ph idx="1"/>
          </p:nvPr>
        </p:nvSpPr>
        <p:spPr>
          <a:xfrm>
            <a:off x="471488" y="1343025"/>
            <a:ext cx="5624512" cy="5257800"/>
          </a:xfrm>
        </p:spPr>
        <p:txBody>
          <a:bodyPr>
            <a:normAutofit fontScale="92500" lnSpcReduction="10000"/>
          </a:bodyPr>
          <a:lstStyle/>
          <a:p>
            <a:pPr marL="0" indent="0" algn="just">
              <a:buNone/>
            </a:pPr>
            <a:r>
              <a:rPr lang="en-US" sz="3100" b="1" dirty="0"/>
              <a:t>Legal rights protecting creators’ inventions, designs, and ideas.</a:t>
            </a:r>
          </a:p>
          <a:p>
            <a:pPr marL="0" indent="0">
              <a:buNone/>
            </a:pPr>
            <a:endParaRPr lang="en-US" b="1" dirty="0"/>
          </a:p>
          <a:p>
            <a:pPr marL="0" indent="0">
              <a:buNone/>
            </a:pPr>
            <a:r>
              <a:rPr lang="en-US" sz="2600" b="1" dirty="0">
                <a:solidFill>
                  <a:srgbClr val="C00000"/>
                </a:solidFill>
                <a:latin typeface="Arial Black" panose="020B0A04020102020204" pitchFamily="34" charset="0"/>
              </a:rPr>
              <a:t>TYPES</a:t>
            </a:r>
          </a:p>
          <a:p>
            <a:pPr>
              <a:buFont typeface="Wingdings" panose="05000000000000000000" pitchFamily="2" charset="2"/>
              <a:buChar char="§"/>
            </a:pPr>
            <a:r>
              <a:rPr lang="en-US" b="1" dirty="0">
                <a:solidFill>
                  <a:schemeClr val="accent4">
                    <a:lumMod val="50000"/>
                  </a:schemeClr>
                </a:solidFill>
              </a:rPr>
              <a:t>Patent → invention </a:t>
            </a:r>
          </a:p>
          <a:p>
            <a:pPr>
              <a:buFont typeface="Wingdings" panose="05000000000000000000" pitchFamily="2" charset="2"/>
              <a:buChar char="§"/>
            </a:pPr>
            <a:r>
              <a:rPr lang="en-US" b="1" dirty="0">
                <a:solidFill>
                  <a:schemeClr val="accent4">
                    <a:lumMod val="50000"/>
                  </a:schemeClr>
                </a:solidFill>
              </a:rPr>
              <a:t>Copyright → books, software </a:t>
            </a:r>
          </a:p>
          <a:p>
            <a:pPr>
              <a:buFont typeface="Wingdings" panose="05000000000000000000" pitchFamily="2" charset="2"/>
              <a:buChar char="§"/>
            </a:pPr>
            <a:r>
              <a:rPr lang="en-US" b="1" dirty="0">
                <a:solidFill>
                  <a:schemeClr val="accent4">
                    <a:lumMod val="50000"/>
                  </a:schemeClr>
                </a:solidFill>
              </a:rPr>
              <a:t>Trademark → brand name/logo </a:t>
            </a:r>
          </a:p>
          <a:p>
            <a:pPr marL="0" indent="0">
              <a:buNone/>
            </a:pPr>
            <a:endParaRPr lang="en-US" b="1" dirty="0"/>
          </a:p>
          <a:p>
            <a:pPr marL="0" indent="0">
              <a:buNone/>
            </a:pPr>
            <a:r>
              <a:rPr lang="en-US" sz="2600" b="1" dirty="0">
                <a:solidFill>
                  <a:srgbClr val="C00000"/>
                </a:solidFill>
                <a:latin typeface="Arial Black" panose="020B0A04020102020204" pitchFamily="34" charset="0"/>
              </a:rPr>
              <a:t>ETHICAL ISSUES</a:t>
            </a:r>
          </a:p>
          <a:p>
            <a:pPr>
              <a:buFont typeface="Wingdings" panose="05000000000000000000" pitchFamily="2" charset="2"/>
              <a:buChar char="§"/>
            </a:pPr>
            <a:r>
              <a:rPr lang="en-US" b="1" dirty="0">
                <a:solidFill>
                  <a:srgbClr val="002060"/>
                </a:solidFill>
              </a:rPr>
              <a:t>Plagiarism </a:t>
            </a:r>
          </a:p>
          <a:p>
            <a:pPr>
              <a:buFont typeface="Wingdings" panose="05000000000000000000" pitchFamily="2" charset="2"/>
              <a:buChar char="§"/>
            </a:pPr>
            <a:r>
              <a:rPr lang="en-US" b="1" dirty="0">
                <a:solidFill>
                  <a:srgbClr val="002060"/>
                </a:solidFill>
              </a:rPr>
              <a:t>Software piracy </a:t>
            </a:r>
          </a:p>
          <a:p>
            <a:pPr>
              <a:buFont typeface="Wingdings" panose="05000000000000000000" pitchFamily="2" charset="2"/>
              <a:buChar char="§"/>
            </a:pPr>
            <a:r>
              <a:rPr lang="en-US" b="1" dirty="0">
                <a:solidFill>
                  <a:srgbClr val="002060"/>
                </a:solidFill>
              </a:rPr>
              <a:t>Patent misuse </a:t>
            </a:r>
          </a:p>
          <a:p>
            <a:endParaRPr lang="en-US" dirty="0"/>
          </a:p>
        </p:txBody>
      </p:sp>
      <p:sp>
        <p:nvSpPr>
          <p:cNvPr id="4" name="TextBox 3">
            <a:extLst>
              <a:ext uri="{FF2B5EF4-FFF2-40B4-BE49-F238E27FC236}">
                <a16:creationId xmlns:a16="http://schemas.microsoft.com/office/drawing/2014/main" id="{5723087F-82DC-C344-F26F-3C0695E50B54}"/>
              </a:ext>
            </a:extLst>
          </p:cNvPr>
          <p:cNvSpPr txBox="1"/>
          <p:nvPr/>
        </p:nvSpPr>
        <p:spPr>
          <a:xfrm>
            <a:off x="6686550" y="5551307"/>
            <a:ext cx="5033962"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t>Copying project work </a:t>
            </a:r>
          </a:p>
          <a:p>
            <a:pPr marL="342900" indent="-342900">
              <a:buFont typeface="Arial" panose="020B0604020202020204" pitchFamily="34" charset="0"/>
              <a:buChar char="•"/>
            </a:pPr>
            <a:r>
              <a:rPr lang="en-US" sz="2200" dirty="0"/>
              <a:t>Downloading pirated movies/software </a:t>
            </a:r>
          </a:p>
        </p:txBody>
      </p:sp>
      <p:pic>
        <p:nvPicPr>
          <p:cNvPr id="8" name="Picture 7">
            <a:extLst>
              <a:ext uri="{FF2B5EF4-FFF2-40B4-BE49-F238E27FC236}">
                <a16:creationId xmlns:a16="http://schemas.microsoft.com/office/drawing/2014/main" id="{CCD672AF-A21C-B52F-04D2-403571BE9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119" y="1257299"/>
            <a:ext cx="5624512" cy="4043363"/>
          </a:xfrm>
          <a:prstGeom prst="rect">
            <a:avLst/>
          </a:prstGeom>
          <a:ln>
            <a:noFill/>
          </a:ln>
        </p:spPr>
      </p:pic>
    </p:spTree>
    <p:extLst>
      <p:ext uri="{BB962C8B-B14F-4D97-AF65-F5344CB8AC3E}">
        <p14:creationId xmlns:p14="http://schemas.microsoft.com/office/powerpoint/2010/main" val="839245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AF3BD4-8AE6-074C-BF10-C5AC2C7885A2}"/>
              </a:ext>
            </a:extLst>
          </p:cNvPr>
          <p:cNvSpPr txBox="1"/>
          <p:nvPr/>
        </p:nvSpPr>
        <p:spPr>
          <a:xfrm>
            <a:off x="1031081" y="1400175"/>
            <a:ext cx="10129838" cy="3754874"/>
          </a:xfrm>
          <a:prstGeom prst="rect">
            <a:avLst/>
          </a:prstGeom>
          <a:noFill/>
        </p:spPr>
        <p:txBody>
          <a:bodyPr wrap="square" rtlCol="0">
            <a:spAutoFit/>
          </a:bodyPr>
          <a:lstStyle/>
          <a:p>
            <a:pPr algn="just"/>
            <a:r>
              <a:rPr lang="en-US" sz="2800" b="1" dirty="0">
                <a:solidFill>
                  <a:schemeClr val="accent2">
                    <a:lumMod val="50000"/>
                  </a:schemeClr>
                </a:solidFill>
                <a:latin typeface="Arial Black" panose="020B0A04020102020204" pitchFamily="34" charset="0"/>
              </a:rPr>
              <a:t>IPR</a:t>
            </a:r>
            <a:r>
              <a:rPr lang="en-US" sz="2400" b="1" dirty="0"/>
              <a:t> refers to the legal rights that protect creations of the mind, such as inventions, designs, and artistic works. Ethical concerns include plagiarism, piracy, and unauthorized use of others’ work. A student copies a project from the internet.</a:t>
            </a:r>
            <a:br>
              <a:rPr lang="en-US" sz="4000" b="1" dirty="0"/>
            </a:br>
            <a:endParaRPr lang="en-US" sz="4000" b="1" dirty="0">
              <a:solidFill>
                <a:srgbClr val="FF0000"/>
              </a:solidFill>
            </a:endParaRPr>
          </a:p>
          <a:p>
            <a:pPr algn="ctr"/>
            <a:endParaRPr lang="en-US" sz="4000" b="1" dirty="0">
              <a:solidFill>
                <a:srgbClr val="FF0000"/>
              </a:solidFill>
            </a:endParaRPr>
          </a:p>
          <a:p>
            <a:pPr algn="ctr"/>
            <a:r>
              <a:rPr lang="en-US" sz="4000" b="1" dirty="0">
                <a:solidFill>
                  <a:srgbClr val="FF0000"/>
                </a:solidFill>
              </a:rPr>
              <a:t>Is it innovation or Theft?</a:t>
            </a:r>
          </a:p>
          <a:p>
            <a:endParaRPr lang="en-US" dirty="0"/>
          </a:p>
        </p:txBody>
      </p:sp>
    </p:spTree>
    <p:extLst>
      <p:ext uri="{BB962C8B-B14F-4D97-AF65-F5344CB8AC3E}">
        <p14:creationId xmlns:p14="http://schemas.microsoft.com/office/powerpoint/2010/main" val="3662711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743C-AD80-90D5-FAF0-1E1599D8B118}"/>
              </a:ext>
            </a:extLst>
          </p:cNvPr>
          <p:cNvSpPr>
            <a:spLocks noGrp="1"/>
          </p:cNvSpPr>
          <p:nvPr>
            <p:ph type="title"/>
          </p:nvPr>
        </p:nvSpPr>
        <p:spPr>
          <a:xfrm>
            <a:off x="0" y="0"/>
            <a:ext cx="12192000" cy="663575"/>
          </a:xfrm>
          <a:solidFill>
            <a:schemeClr val="accent4">
              <a:lumMod val="40000"/>
              <a:lumOff val="60000"/>
            </a:schemeClr>
          </a:solidFill>
        </p:spPr>
        <p:txBody>
          <a:bodyPr>
            <a:normAutofit/>
          </a:bodyPr>
          <a:lstStyle/>
          <a:p>
            <a:pPr algn="ctr"/>
            <a:r>
              <a:rPr lang="en-US" sz="4000" b="1" dirty="0">
                <a:solidFill>
                  <a:schemeClr val="accent2">
                    <a:lumMod val="50000"/>
                  </a:schemeClr>
                </a:solidFill>
                <a:latin typeface="Arial Black" panose="020B0A04020102020204" pitchFamily="34" charset="0"/>
              </a:rPr>
              <a:t>🔬 Ethics in Research</a:t>
            </a:r>
          </a:p>
        </p:txBody>
      </p:sp>
      <p:sp>
        <p:nvSpPr>
          <p:cNvPr id="3" name="Content Placeholder 2">
            <a:extLst>
              <a:ext uri="{FF2B5EF4-FFF2-40B4-BE49-F238E27FC236}">
                <a16:creationId xmlns:a16="http://schemas.microsoft.com/office/drawing/2014/main" id="{BB7A3C22-7F99-F410-01A6-8224D64187A7}"/>
              </a:ext>
            </a:extLst>
          </p:cNvPr>
          <p:cNvSpPr>
            <a:spLocks noGrp="1"/>
          </p:cNvSpPr>
          <p:nvPr>
            <p:ph idx="1"/>
          </p:nvPr>
        </p:nvSpPr>
        <p:spPr>
          <a:xfrm>
            <a:off x="361950" y="1314451"/>
            <a:ext cx="4876800" cy="5357812"/>
          </a:xfrm>
        </p:spPr>
        <p:txBody>
          <a:bodyPr>
            <a:normAutofit fontScale="92500" lnSpcReduction="20000"/>
          </a:bodyPr>
          <a:lstStyle/>
          <a:p>
            <a:pPr marL="0" indent="0" algn="just">
              <a:buNone/>
            </a:pPr>
            <a:r>
              <a:rPr lang="en-US" b="1" dirty="0"/>
              <a:t>Ensuring honesty, integrity, and accuracy in research activities.</a:t>
            </a:r>
          </a:p>
          <a:p>
            <a:pPr marL="0" indent="0">
              <a:buNone/>
            </a:pPr>
            <a:endParaRPr lang="en-US" b="1" dirty="0"/>
          </a:p>
          <a:p>
            <a:pPr marL="0" indent="0">
              <a:lnSpc>
                <a:spcPct val="100000"/>
              </a:lnSpc>
              <a:buNone/>
            </a:pPr>
            <a:r>
              <a:rPr lang="en-US" sz="2600" b="1" dirty="0">
                <a:solidFill>
                  <a:srgbClr val="C00000"/>
                </a:solidFill>
                <a:latin typeface="Arial Black" panose="020B0A04020102020204" pitchFamily="34" charset="0"/>
              </a:rPr>
              <a:t>PRINCIPLES</a:t>
            </a:r>
          </a:p>
          <a:p>
            <a:pPr>
              <a:buFont typeface="Wingdings" panose="05000000000000000000" pitchFamily="2" charset="2"/>
              <a:buChar char="§"/>
            </a:pPr>
            <a:r>
              <a:rPr lang="en-US" sz="2600" b="1" dirty="0">
                <a:solidFill>
                  <a:schemeClr val="accent6">
                    <a:lumMod val="50000"/>
                  </a:schemeClr>
                </a:solidFill>
              </a:rPr>
              <a:t>Honesty </a:t>
            </a:r>
          </a:p>
          <a:p>
            <a:pPr>
              <a:buFont typeface="Wingdings" panose="05000000000000000000" pitchFamily="2" charset="2"/>
              <a:buChar char="§"/>
            </a:pPr>
            <a:r>
              <a:rPr lang="en-US" sz="2600" b="1" dirty="0">
                <a:solidFill>
                  <a:schemeClr val="accent6">
                    <a:lumMod val="50000"/>
                  </a:schemeClr>
                </a:solidFill>
              </a:rPr>
              <a:t>Objectivity </a:t>
            </a:r>
          </a:p>
          <a:p>
            <a:pPr>
              <a:buFont typeface="Wingdings" panose="05000000000000000000" pitchFamily="2" charset="2"/>
              <a:buChar char="§"/>
            </a:pPr>
            <a:r>
              <a:rPr lang="en-US" sz="2600" b="1" dirty="0">
                <a:solidFill>
                  <a:schemeClr val="accent6">
                    <a:lumMod val="50000"/>
                  </a:schemeClr>
                </a:solidFill>
              </a:rPr>
              <a:t>Transparency </a:t>
            </a:r>
          </a:p>
          <a:p>
            <a:pPr>
              <a:buFont typeface="Wingdings" panose="05000000000000000000" pitchFamily="2" charset="2"/>
              <a:buChar char="§"/>
            </a:pPr>
            <a:r>
              <a:rPr lang="en-US" sz="2600" b="1" dirty="0">
                <a:solidFill>
                  <a:schemeClr val="accent6">
                    <a:lumMod val="50000"/>
                  </a:schemeClr>
                </a:solidFill>
              </a:rPr>
              <a:t>Accountability </a:t>
            </a:r>
          </a:p>
          <a:p>
            <a:pPr marL="0" indent="0">
              <a:buNone/>
            </a:pPr>
            <a:endParaRPr lang="en-US" sz="2600" b="1" dirty="0"/>
          </a:p>
          <a:p>
            <a:pPr marL="0" indent="0">
              <a:lnSpc>
                <a:spcPct val="100000"/>
              </a:lnSpc>
              <a:buNone/>
            </a:pPr>
            <a:r>
              <a:rPr lang="en-US" sz="2600" b="1" dirty="0">
                <a:solidFill>
                  <a:srgbClr val="C00000"/>
                </a:solidFill>
                <a:latin typeface="Arial Black" panose="020B0A04020102020204" pitchFamily="34" charset="0"/>
              </a:rPr>
              <a:t>UNETHICAL PRACTICES</a:t>
            </a:r>
          </a:p>
          <a:p>
            <a:pPr>
              <a:buFont typeface="Wingdings" panose="05000000000000000000" pitchFamily="2" charset="2"/>
              <a:buChar char="§"/>
            </a:pPr>
            <a:r>
              <a:rPr lang="en-US" sz="2600" b="1" dirty="0">
                <a:solidFill>
                  <a:srgbClr val="002060"/>
                </a:solidFill>
              </a:rPr>
              <a:t>Plagiarism </a:t>
            </a:r>
          </a:p>
          <a:p>
            <a:pPr>
              <a:buFont typeface="Wingdings" panose="05000000000000000000" pitchFamily="2" charset="2"/>
              <a:buChar char="§"/>
            </a:pPr>
            <a:r>
              <a:rPr lang="en-US" sz="2600" b="1" dirty="0">
                <a:solidFill>
                  <a:srgbClr val="002060"/>
                </a:solidFill>
              </a:rPr>
              <a:t>Data fabrication </a:t>
            </a:r>
          </a:p>
          <a:p>
            <a:pPr>
              <a:buFont typeface="Wingdings" panose="05000000000000000000" pitchFamily="2" charset="2"/>
              <a:buChar char="§"/>
            </a:pPr>
            <a:r>
              <a:rPr lang="en-US" sz="2600" b="1" dirty="0">
                <a:solidFill>
                  <a:srgbClr val="002060"/>
                </a:solidFill>
              </a:rPr>
              <a:t>Data falsification</a:t>
            </a:r>
          </a:p>
          <a:p>
            <a:endParaRPr lang="en-US" dirty="0"/>
          </a:p>
        </p:txBody>
      </p:sp>
      <p:sp>
        <p:nvSpPr>
          <p:cNvPr id="4" name="TextBox 3">
            <a:extLst>
              <a:ext uri="{FF2B5EF4-FFF2-40B4-BE49-F238E27FC236}">
                <a16:creationId xmlns:a16="http://schemas.microsoft.com/office/drawing/2014/main" id="{EE88B8B5-25C4-D4CD-44EA-85D8A41D9E3D}"/>
              </a:ext>
            </a:extLst>
          </p:cNvPr>
          <p:cNvSpPr txBox="1"/>
          <p:nvPr/>
        </p:nvSpPr>
        <p:spPr>
          <a:xfrm>
            <a:off x="6096000" y="5768471"/>
            <a:ext cx="4791074"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t>Copying others’ research </a:t>
            </a:r>
          </a:p>
          <a:p>
            <a:pPr marL="342900" indent="-342900">
              <a:buFont typeface="Arial" panose="020B0604020202020204" pitchFamily="34" charset="0"/>
              <a:buChar char="•"/>
            </a:pPr>
            <a:r>
              <a:rPr lang="en-US" sz="2200" dirty="0"/>
              <a:t>Changing data to get desired results </a:t>
            </a:r>
          </a:p>
        </p:txBody>
      </p:sp>
      <p:pic>
        <p:nvPicPr>
          <p:cNvPr id="6" name="Picture 5">
            <a:extLst>
              <a:ext uri="{FF2B5EF4-FFF2-40B4-BE49-F238E27FC236}">
                <a16:creationId xmlns:a16="http://schemas.microsoft.com/office/drawing/2014/main" id="{FC15719F-8EC4-C4A6-F893-30988F0FC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6450" y="885825"/>
            <a:ext cx="5662612" cy="4457700"/>
          </a:xfrm>
          <a:prstGeom prst="rect">
            <a:avLst/>
          </a:prstGeom>
        </p:spPr>
      </p:pic>
    </p:spTree>
    <p:extLst>
      <p:ext uri="{BB962C8B-B14F-4D97-AF65-F5344CB8AC3E}">
        <p14:creationId xmlns:p14="http://schemas.microsoft.com/office/powerpoint/2010/main" val="356198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CED73D-EB95-42B3-CF1F-EFE339C1AF9F}"/>
              </a:ext>
            </a:extLst>
          </p:cNvPr>
          <p:cNvSpPr txBox="1"/>
          <p:nvPr/>
        </p:nvSpPr>
        <p:spPr>
          <a:xfrm>
            <a:off x="673893" y="2000251"/>
            <a:ext cx="10844213" cy="3108543"/>
          </a:xfrm>
          <a:prstGeom prst="rect">
            <a:avLst/>
          </a:prstGeom>
          <a:noFill/>
        </p:spPr>
        <p:txBody>
          <a:bodyPr wrap="square" rtlCol="0">
            <a:spAutoFit/>
          </a:bodyPr>
          <a:lstStyle/>
          <a:p>
            <a:pPr algn="just"/>
            <a:r>
              <a:rPr lang="en-US" sz="2400" b="1" dirty="0">
                <a:solidFill>
                  <a:schemeClr val="accent2">
                    <a:lumMod val="50000"/>
                  </a:schemeClr>
                </a:solidFill>
                <a:latin typeface="Arial Black" panose="020B0A04020102020204" pitchFamily="34" charset="0"/>
              </a:rPr>
              <a:t>Ethics in research </a:t>
            </a:r>
            <a:r>
              <a:rPr lang="en-US" sz="2400" b="1" dirty="0"/>
              <a:t>ensures honesty, integrity, and accuracy in scientific and academic work. It discourages practices like plagiarism, data manipulation, and falsification of results. A researcher changes results to publish a paper.</a:t>
            </a:r>
            <a:br>
              <a:rPr lang="en-US" sz="4000" b="1" dirty="0"/>
            </a:br>
            <a:endParaRPr lang="en-US" sz="4000" b="1" dirty="0"/>
          </a:p>
          <a:p>
            <a:pPr algn="ctr"/>
            <a:endParaRPr lang="en-US" sz="4000" b="1" dirty="0">
              <a:solidFill>
                <a:srgbClr val="FF0000"/>
              </a:solidFill>
            </a:endParaRPr>
          </a:p>
          <a:p>
            <a:pPr algn="ctr"/>
            <a:r>
              <a:rPr lang="en-US" sz="4000" b="1" dirty="0">
                <a:solidFill>
                  <a:srgbClr val="FF0000"/>
                </a:solidFill>
              </a:rPr>
              <a:t>Success vs Honesty</a:t>
            </a:r>
          </a:p>
        </p:txBody>
      </p:sp>
    </p:spTree>
    <p:extLst>
      <p:ext uri="{BB962C8B-B14F-4D97-AF65-F5344CB8AC3E}">
        <p14:creationId xmlns:p14="http://schemas.microsoft.com/office/powerpoint/2010/main" val="1174553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8F98-074C-946E-FC10-338F6AA9120E}"/>
              </a:ext>
            </a:extLst>
          </p:cNvPr>
          <p:cNvSpPr>
            <a:spLocks noGrp="1"/>
          </p:cNvSpPr>
          <p:nvPr>
            <p:ph type="title"/>
          </p:nvPr>
        </p:nvSpPr>
        <p:spPr>
          <a:xfrm>
            <a:off x="0" y="0"/>
            <a:ext cx="12192000" cy="720725"/>
          </a:xfrm>
          <a:solidFill>
            <a:schemeClr val="accent4">
              <a:lumMod val="40000"/>
              <a:lumOff val="60000"/>
            </a:schemeClr>
          </a:solidFill>
        </p:spPr>
        <p:txBody>
          <a:bodyPr/>
          <a:lstStyle/>
          <a:p>
            <a:pPr algn="ctr"/>
            <a:r>
              <a:rPr lang="en-US" dirty="0"/>
              <a:t>📺 </a:t>
            </a:r>
            <a:r>
              <a:rPr lang="en-US" sz="4000" b="1" dirty="0">
                <a:solidFill>
                  <a:schemeClr val="accent2">
                    <a:lumMod val="50000"/>
                  </a:schemeClr>
                </a:solidFill>
                <a:latin typeface="Arial Black" panose="020B0A04020102020204" pitchFamily="34" charset="0"/>
              </a:rPr>
              <a:t>Media Ethics</a:t>
            </a:r>
          </a:p>
        </p:txBody>
      </p:sp>
      <p:sp>
        <p:nvSpPr>
          <p:cNvPr id="3" name="Content Placeholder 2">
            <a:extLst>
              <a:ext uri="{FF2B5EF4-FFF2-40B4-BE49-F238E27FC236}">
                <a16:creationId xmlns:a16="http://schemas.microsoft.com/office/drawing/2014/main" id="{E4A78E41-22E0-656B-0525-4ED16BABDCE6}"/>
              </a:ext>
            </a:extLst>
          </p:cNvPr>
          <p:cNvSpPr>
            <a:spLocks noGrp="1"/>
          </p:cNvSpPr>
          <p:nvPr>
            <p:ph idx="1"/>
          </p:nvPr>
        </p:nvSpPr>
        <p:spPr>
          <a:xfrm>
            <a:off x="571501" y="1460500"/>
            <a:ext cx="5272088" cy="5183188"/>
          </a:xfrm>
        </p:spPr>
        <p:txBody>
          <a:bodyPr>
            <a:normAutofit fontScale="85000" lnSpcReduction="20000"/>
          </a:bodyPr>
          <a:lstStyle/>
          <a:p>
            <a:pPr marL="0" indent="0" algn="just">
              <a:buNone/>
            </a:pPr>
            <a:r>
              <a:rPr lang="en-US" b="1" dirty="0"/>
              <a:t>Moral principles guiding journalism and media communication.</a:t>
            </a:r>
          </a:p>
          <a:p>
            <a:pPr marL="0" indent="0">
              <a:buNone/>
            </a:pPr>
            <a:endParaRPr lang="en-US" b="1" dirty="0"/>
          </a:p>
          <a:p>
            <a:pPr marL="0" indent="0">
              <a:lnSpc>
                <a:spcPct val="100000"/>
              </a:lnSpc>
              <a:buNone/>
            </a:pPr>
            <a:r>
              <a:rPr lang="en-US" b="1" dirty="0">
                <a:solidFill>
                  <a:srgbClr val="C00000"/>
                </a:solidFill>
                <a:latin typeface="Arial Black" panose="020B0A04020102020204" pitchFamily="34" charset="0"/>
              </a:rPr>
              <a:t>CORE VALUES</a:t>
            </a:r>
          </a:p>
          <a:p>
            <a:pPr>
              <a:buFont typeface="Wingdings" panose="05000000000000000000" pitchFamily="2" charset="2"/>
              <a:buChar char="§"/>
            </a:pPr>
            <a:r>
              <a:rPr lang="en-US" sz="2600" b="1" dirty="0">
                <a:solidFill>
                  <a:schemeClr val="accent6">
                    <a:lumMod val="50000"/>
                  </a:schemeClr>
                </a:solidFill>
              </a:rPr>
              <a:t>Truthfulness </a:t>
            </a:r>
          </a:p>
          <a:p>
            <a:pPr>
              <a:buFont typeface="Wingdings" panose="05000000000000000000" pitchFamily="2" charset="2"/>
              <a:buChar char="§"/>
            </a:pPr>
            <a:r>
              <a:rPr lang="en-US" sz="2600" b="1" dirty="0">
                <a:solidFill>
                  <a:schemeClr val="accent6">
                    <a:lumMod val="50000"/>
                  </a:schemeClr>
                </a:solidFill>
              </a:rPr>
              <a:t>Objectivity </a:t>
            </a:r>
          </a:p>
          <a:p>
            <a:pPr>
              <a:buFont typeface="Wingdings" panose="05000000000000000000" pitchFamily="2" charset="2"/>
              <a:buChar char="§"/>
            </a:pPr>
            <a:r>
              <a:rPr lang="en-US" sz="2600" b="1" dirty="0">
                <a:solidFill>
                  <a:schemeClr val="accent6">
                    <a:lumMod val="50000"/>
                  </a:schemeClr>
                </a:solidFill>
              </a:rPr>
              <a:t>Fairness </a:t>
            </a:r>
          </a:p>
          <a:p>
            <a:pPr>
              <a:buFont typeface="Wingdings" panose="05000000000000000000" pitchFamily="2" charset="2"/>
              <a:buChar char="§"/>
            </a:pPr>
            <a:r>
              <a:rPr lang="en-US" sz="2600" b="1" dirty="0">
                <a:solidFill>
                  <a:schemeClr val="accent6">
                    <a:lumMod val="50000"/>
                  </a:schemeClr>
                </a:solidFill>
              </a:rPr>
              <a:t>Responsibility </a:t>
            </a:r>
          </a:p>
          <a:p>
            <a:pPr marL="0" indent="0">
              <a:buNone/>
            </a:pPr>
            <a:endParaRPr lang="en-US" b="1" dirty="0"/>
          </a:p>
          <a:p>
            <a:pPr marL="0" indent="0">
              <a:lnSpc>
                <a:spcPct val="100000"/>
              </a:lnSpc>
              <a:buNone/>
            </a:pPr>
            <a:r>
              <a:rPr lang="en-US" b="1" dirty="0">
                <a:solidFill>
                  <a:srgbClr val="C00000"/>
                </a:solidFill>
                <a:latin typeface="Arial Black" panose="020B0A04020102020204" pitchFamily="34" charset="0"/>
              </a:rPr>
              <a:t>ISSUES</a:t>
            </a:r>
          </a:p>
          <a:p>
            <a:pPr>
              <a:buFont typeface="Wingdings" panose="05000000000000000000" pitchFamily="2" charset="2"/>
              <a:buChar char="§"/>
            </a:pPr>
            <a:r>
              <a:rPr lang="en-US" sz="2600" b="1" dirty="0">
                <a:solidFill>
                  <a:srgbClr val="002060"/>
                </a:solidFill>
              </a:rPr>
              <a:t>Fake news </a:t>
            </a:r>
          </a:p>
          <a:p>
            <a:pPr>
              <a:buFont typeface="Wingdings" panose="05000000000000000000" pitchFamily="2" charset="2"/>
              <a:buChar char="§"/>
            </a:pPr>
            <a:r>
              <a:rPr lang="en-US" sz="2600" b="1" dirty="0">
                <a:solidFill>
                  <a:srgbClr val="002060"/>
                </a:solidFill>
              </a:rPr>
              <a:t>Sensationalism </a:t>
            </a:r>
          </a:p>
          <a:p>
            <a:pPr>
              <a:buFont typeface="Wingdings" panose="05000000000000000000" pitchFamily="2" charset="2"/>
              <a:buChar char="§"/>
            </a:pPr>
            <a:r>
              <a:rPr lang="en-US" sz="2600" b="1" dirty="0">
                <a:solidFill>
                  <a:srgbClr val="002060"/>
                </a:solidFill>
              </a:rPr>
              <a:t>Bias reporting</a:t>
            </a:r>
          </a:p>
          <a:p>
            <a:endParaRPr lang="en-US" dirty="0"/>
          </a:p>
        </p:txBody>
      </p:sp>
      <p:sp>
        <p:nvSpPr>
          <p:cNvPr id="4" name="TextBox 3">
            <a:extLst>
              <a:ext uri="{FF2B5EF4-FFF2-40B4-BE49-F238E27FC236}">
                <a16:creationId xmlns:a16="http://schemas.microsoft.com/office/drawing/2014/main" id="{0A6E8E77-DA21-F089-B7C5-C378E49CD367}"/>
              </a:ext>
            </a:extLst>
          </p:cNvPr>
          <p:cNvSpPr txBox="1"/>
          <p:nvPr/>
        </p:nvSpPr>
        <p:spPr>
          <a:xfrm>
            <a:off x="6205352" y="5697033"/>
            <a:ext cx="5415147"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t>Spreading rumors without verification </a:t>
            </a:r>
          </a:p>
          <a:p>
            <a:pPr marL="342900" indent="-342900">
              <a:buFont typeface="Arial" panose="020B0604020202020204" pitchFamily="34" charset="0"/>
              <a:buChar char="•"/>
            </a:pPr>
            <a:r>
              <a:rPr lang="en-US" sz="2200" dirty="0"/>
              <a:t>Showing only one side of a story </a:t>
            </a:r>
          </a:p>
        </p:txBody>
      </p:sp>
      <p:pic>
        <p:nvPicPr>
          <p:cNvPr id="6" name="Picture 5">
            <a:extLst>
              <a:ext uri="{FF2B5EF4-FFF2-40B4-BE49-F238E27FC236}">
                <a16:creationId xmlns:a16="http://schemas.microsoft.com/office/drawing/2014/main" id="{AD28518F-D379-62FF-2F20-2C9E48350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5736" y="1051070"/>
            <a:ext cx="5638614" cy="4172744"/>
          </a:xfrm>
          <a:prstGeom prst="rect">
            <a:avLst/>
          </a:prstGeom>
        </p:spPr>
      </p:pic>
    </p:spTree>
    <p:extLst>
      <p:ext uri="{BB962C8B-B14F-4D97-AF65-F5344CB8AC3E}">
        <p14:creationId xmlns:p14="http://schemas.microsoft.com/office/powerpoint/2010/main" val="3341215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C284F6-3DD8-1B4F-5A53-5690E7E21C86}"/>
              </a:ext>
            </a:extLst>
          </p:cNvPr>
          <p:cNvSpPr txBox="1"/>
          <p:nvPr/>
        </p:nvSpPr>
        <p:spPr>
          <a:xfrm>
            <a:off x="995362" y="1914526"/>
            <a:ext cx="10201275" cy="2923877"/>
          </a:xfrm>
          <a:prstGeom prst="rect">
            <a:avLst/>
          </a:prstGeom>
          <a:noFill/>
        </p:spPr>
        <p:txBody>
          <a:bodyPr wrap="square" rtlCol="0">
            <a:spAutoFit/>
          </a:bodyPr>
          <a:lstStyle/>
          <a:p>
            <a:pPr algn="just"/>
            <a:r>
              <a:rPr lang="en-US" sz="2800" b="1" dirty="0">
                <a:solidFill>
                  <a:schemeClr val="accent2">
                    <a:lumMod val="50000"/>
                  </a:schemeClr>
                </a:solidFill>
                <a:latin typeface="Arial Black" panose="020B0A04020102020204" pitchFamily="34" charset="0"/>
              </a:rPr>
              <a:t>Media ethics </a:t>
            </a:r>
            <a:r>
              <a:rPr lang="en-US" sz="2400" b="1" dirty="0"/>
              <a:t>focuses on truthful and responsible reporting. It deals with issues like fake news, bias, and sensationalism, emphasizing the need for accuracy and fairness in communication. News channels exaggerating facts for TRP.</a:t>
            </a:r>
            <a:br>
              <a:rPr lang="en-US" sz="4000" b="1" dirty="0"/>
            </a:br>
            <a:endParaRPr lang="en-US" sz="4000" b="1" dirty="0">
              <a:solidFill>
                <a:srgbClr val="FF0000"/>
              </a:solidFill>
            </a:endParaRPr>
          </a:p>
          <a:p>
            <a:pPr algn="ctr"/>
            <a:r>
              <a:rPr lang="en-US" sz="4400" b="1" dirty="0">
                <a:solidFill>
                  <a:srgbClr val="FF0000"/>
                </a:solidFill>
              </a:rPr>
              <a:t> Information vs Manipulation</a:t>
            </a:r>
          </a:p>
        </p:txBody>
      </p:sp>
    </p:spTree>
    <p:extLst>
      <p:ext uri="{BB962C8B-B14F-4D97-AF65-F5344CB8AC3E}">
        <p14:creationId xmlns:p14="http://schemas.microsoft.com/office/powerpoint/2010/main" val="1812699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3A63D-FBF2-C33F-5E7B-2E3685CD12E4}"/>
              </a:ext>
            </a:extLst>
          </p:cNvPr>
          <p:cNvSpPr>
            <a:spLocks noGrp="1"/>
          </p:cNvSpPr>
          <p:nvPr>
            <p:ph type="title"/>
          </p:nvPr>
        </p:nvSpPr>
        <p:spPr>
          <a:xfrm>
            <a:off x="0" y="1"/>
            <a:ext cx="12191999" cy="749300"/>
          </a:xfrm>
          <a:solidFill>
            <a:schemeClr val="accent4">
              <a:lumMod val="40000"/>
              <a:lumOff val="60000"/>
            </a:schemeClr>
          </a:solidFill>
        </p:spPr>
        <p:txBody>
          <a:bodyPr>
            <a:noAutofit/>
          </a:bodyPr>
          <a:lstStyle/>
          <a:p>
            <a:r>
              <a:rPr lang="en-US" sz="4000" b="1" dirty="0">
                <a:solidFill>
                  <a:schemeClr val="accent2">
                    <a:lumMod val="50000"/>
                  </a:schemeClr>
                </a:solidFill>
                <a:latin typeface="Arial Black" panose="020B0A04020102020204" pitchFamily="34" charset="0"/>
              </a:rPr>
              <a:t>  🤝 </a:t>
            </a:r>
            <a:r>
              <a:rPr lang="en-US" sz="3800" b="1" dirty="0">
                <a:solidFill>
                  <a:schemeClr val="accent2">
                    <a:lumMod val="50000"/>
                  </a:schemeClr>
                </a:solidFill>
                <a:latin typeface="Arial Black" panose="020B0A04020102020204" pitchFamily="34" charset="0"/>
              </a:rPr>
              <a:t>Corporate Social Responsibility (CSR)</a:t>
            </a:r>
          </a:p>
        </p:txBody>
      </p:sp>
      <p:sp>
        <p:nvSpPr>
          <p:cNvPr id="3" name="Content Placeholder 2">
            <a:extLst>
              <a:ext uri="{FF2B5EF4-FFF2-40B4-BE49-F238E27FC236}">
                <a16:creationId xmlns:a16="http://schemas.microsoft.com/office/drawing/2014/main" id="{F76F62C4-B9C2-2F4A-1403-DFAC92B2B9DC}"/>
              </a:ext>
            </a:extLst>
          </p:cNvPr>
          <p:cNvSpPr>
            <a:spLocks noGrp="1"/>
          </p:cNvSpPr>
          <p:nvPr>
            <p:ph idx="1"/>
          </p:nvPr>
        </p:nvSpPr>
        <p:spPr>
          <a:xfrm>
            <a:off x="438150" y="1328738"/>
            <a:ext cx="5257800" cy="5129213"/>
          </a:xfrm>
        </p:spPr>
        <p:txBody>
          <a:bodyPr>
            <a:normAutofit/>
          </a:bodyPr>
          <a:lstStyle/>
          <a:p>
            <a:pPr marL="0" indent="0" algn="just">
              <a:buNone/>
            </a:pPr>
            <a:r>
              <a:rPr lang="en-US" sz="2600" b="1" dirty="0"/>
              <a:t>Responsibility of companies towards society beyond profit-making. </a:t>
            </a:r>
            <a:r>
              <a:rPr lang="en-US" sz="2400" b="1" dirty="0"/>
              <a:t>CSR is the duty of businesses to “give back” to society while doing their business.</a:t>
            </a:r>
            <a:endParaRPr lang="en-US" sz="2600" b="1" dirty="0"/>
          </a:p>
          <a:p>
            <a:pPr marL="0" indent="0">
              <a:lnSpc>
                <a:spcPct val="80000"/>
              </a:lnSpc>
              <a:buNone/>
            </a:pPr>
            <a:endParaRPr lang="en-US" b="1" dirty="0"/>
          </a:p>
          <a:p>
            <a:pPr marL="0" indent="0">
              <a:lnSpc>
                <a:spcPct val="80000"/>
              </a:lnSpc>
              <a:buNone/>
            </a:pPr>
            <a:r>
              <a:rPr lang="en-US" sz="2400" b="1" dirty="0">
                <a:solidFill>
                  <a:srgbClr val="C00000"/>
                </a:solidFill>
                <a:latin typeface="Arial Black" panose="020B0A04020102020204" pitchFamily="34" charset="0"/>
              </a:rPr>
              <a:t>AREAS OF CSR</a:t>
            </a:r>
          </a:p>
          <a:p>
            <a:pPr>
              <a:lnSpc>
                <a:spcPct val="70000"/>
              </a:lnSpc>
              <a:buFont typeface="Wingdings" panose="05000000000000000000" pitchFamily="2" charset="2"/>
              <a:buChar char="§"/>
            </a:pPr>
            <a:r>
              <a:rPr lang="en-US" sz="2400" b="1" dirty="0">
                <a:solidFill>
                  <a:schemeClr val="accent6">
                    <a:lumMod val="50000"/>
                  </a:schemeClr>
                </a:solidFill>
              </a:rPr>
              <a:t>Education </a:t>
            </a:r>
          </a:p>
          <a:p>
            <a:pPr>
              <a:lnSpc>
                <a:spcPct val="70000"/>
              </a:lnSpc>
              <a:buFont typeface="Wingdings" panose="05000000000000000000" pitchFamily="2" charset="2"/>
              <a:buChar char="§"/>
            </a:pPr>
            <a:r>
              <a:rPr lang="en-US" sz="2400" b="1" dirty="0">
                <a:solidFill>
                  <a:schemeClr val="accent6">
                    <a:lumMod val="50000"/>
                  </a:schemeClr>
                </a:solidFill>
              </a:rPr>
              <a:t>Healthcare </a:t>
            </a:r>
          </a:p>
          <a:p>
            <a:pPr>
              <a:lnSpc>
                <a:spcPct val="70000"/>
              </a:lnSpc>
              <a:buFont typeface="Wingdings" panose="05000000000000000000" pitchFamily="2" charset="2"/>
              <a:buChar char="§"/>
            </a:pPr>
            <a:r>
              <a:rPr lang="en-US" sz="2400" b="1" dirty="0">
                <a:solidFill>
                  <a:schemeClr val="accent6">
                    <a:lumMod val="50000"/>
                  </a:schemeClr>
                </a:solidFill>
              </a:rPr>
              <a:t>Environment </a:t>
            </a:r>
          </a:p>
          <a:p>
            <a:pPr>
              <a:lnSpc>
                <a:spcPct val="70000"/>
              </a:lnSpc>
              <a:buFont typeface="Wingdings" panose="05000000000000000000" pitchFamily="2" charset="2"/>
              <a:buChar char="§"/>
            </a:pPr>
            <a:r>
              <a:rPr lang="en-US" sz="2400" b="1" dirty="0">
                <a:solidFill>
                  <a:schemeClr val="accent6">
                    <a:lumMod val="50000"/>
                  </a:schemeClr>
                </a:solidFill>
              </a:rPr>
              <a:t>Rural development </a:t>
            </a:r>
          </a:p>
          <a:p>
            <a:endParaRPr lang="en-US" dirty="0"/>
          </a:p>
        </p:txBody>
      </p:sp>
      <p:sp>
        <p:nvSpPr>
          <p:cNvPr id="4" name="TextBox 3">
            <a:extLst>
              <a:ext uri="{FF2B5EF4-FFF2-40B4-BE49-F238E27FC236}">
                <a16:creationId xmlns:a16="http://schemas.microsoft.com/office/drawing/2014/main" id="{62D942D1-B161-C554-E540-A8F0CCAA3CD3}"/>
              </a:ext>
            </a:extLst>
          </p:cNvPr>
          <p:cNvSpPr txBox="1"/>
          <p:nvPr/>
        </p:nvSpPr>
        <p:spPr>
          <a:xfrm>
            <a:off x="438150" y="5473005"/>
            <a:ext cx="3650457"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a:t>Building schools </a:t>
            </a:r>
          </a:p>
          <a:p>
            <a:pPr marL="342900" indent="-342900">
              <a:buFont typeface="Arial" panose="020B0604020202020204" pitchFamily="34" charset="0"/>
              <a:buChar char="•"/>
            </a:pPr>
            <a:r>
              <a:rPr lang="en-US" sz="2200" dirty="0"/>
              <a:t>Donating to NGOs </a:t>
            </a:r>
          </a:p>
          <a:p>
            <a:pPr marL="342900" indent="-342900">
              <a:buFont typeface="Arial" panose="020B0604020202020204" pitchFamily="34" charset="0"/>
              <a:buChar char="•"/>
            </a:pPr>
            <a:r>
              <a:rPr lang="en-US" sz="2200" dirty="0"/>
              <a:t>Environmental campaigns </a:t>
            </a:r>
          </a:p>
        </p:txBody>
      </p:sp>
      <p:pic>
        <p:nvPicPr>
          <p:cNvPr id="6" name="Picture 5">
            <a:extLst>
              <a:ext uri="{FF2B5EF4-FFF2-40B4-BE49-F238E27FC236}">
                <a16:creationId xmlns:a16="http://schemas.microsoft.com/office/drawing/2014/main" id="{4EC2D840-F42F-75F8-F83A-198943CC9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1228725"/>
            <a:ext cx="6096000" cy="5352276"/>
          </a:xfrm>
          <a:prstGeom prst="rect">
            <a:avLst/>
          </a:prstGeom>
        </p:spPr>
      </p:pic>
    </p:spTree>
    <p:extLst>
      <p:ext uri="{BB962C8B-B14F-4D97-AF65-F5344CB8AC3E}">
        <p14:creationId xmlns:p14="http://schemas.microsoft.com/office/powerpoint/2010/main" val="42755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08F1D9-AC2D-FAAD-8030-78BE34C45D35}"/>
              </a:ext>
            </a:extLst>
          </p:cNvPr>
          <p:cNvSpPr txBox="1"/>
          <p:nvPr/>
        </p:nvSpPr>
        <p:spPr>
          <a:xfrm>
            <a:off x="788194" y="2014537"/>
            <a:ext cx="10615612" cy="2862322"/>
          </a:xfrm>
          <a:prstGeom prst="rect">
            <a:avLst/>
          </a:prstGeom>
          <a:noFill/>
        </p:spPr>
        <p:txBody>
          <a:bodyPr wrap="square" rtlCol="0">
            <a:spAutoFit/>
          </a:bodyPr>
          <a:lstStyle/>
          <a:p>
            <a:pPr algn="just"/>
            <a:r>
              <a:rPr lang="en-US" sz="2800" b="1" dirty="0">
                <a:solidFill>
                  <a:schemeClr val="accent2">
                    <a:lumMod val="50000"/>
                  </a:schemeClr>
                </a:solidFill>
                <a:latin typeface="Arial Black" panose="020B0A04020102020204" pitchFamily="34" charset="0"/>
              </a:rPr>
              <a:t>CSR</a:t>
            </a:r>
            <a:r>
              <a:rPr lang="en-US" sz="2400" b="1" dirty="0"/>
              <a:t> refers to a company’s responsibility to contribute positively to society. It includes activities related to social welfare, environmental protection, and ethical business practices beyond profit-making. A company earns huge profit but does nothing for society.</a:t>
            </a:r>
          </a:p>
          <a:p>
            <a:pPr algn="ctr"/>
            <a:br>
              <a:rPr lang="en-US" sz="4000" b="1" dirty="0"/>
            </a:br>
            <a:r>
              <a:rPr lang="en-US" sz="4000" b="1" dirty="0">
                <a:solidFill>
                  <a:srgbClr val="FF0000"/>
                </a:solidFill>
              </a:rPr>
              <a:t>Is profit enough?</a:t>
            </a:r>
          </a:p>
        </p:txBody>
      </p:sp>
    </p:spTree>
    <p:extLst>
      <p:ext uri="{BB962C8B-B14F-4D97-AF65-F5344CB8AC3E}">
        <p14:creationId xmlns:p14="http://schemas.microsoft.com/office/powerpoint/2010/main" val="4093071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204013-E580-3F6E-BECA-D52CC1D77E2D}"/>
              </a:ext>
            </a:extLst>
          </p:cNvPr>
          <p:cNvSpPr txBox="1"/>
          <p:nvPr/>
        </p:nvSpPr>
        <p:spPr>
          <a:xfrm>
            <a:off x="0" y="2843213"/>
            <a:ext cx="4543425" cy="1754326"/>
          </a:xfrm>
          <a:prstGeom prst="rect">
            <a:avLst/>
          </a:prstGeom>
          <a:solidFill>
            <a:schemeClr val="bg1">
              <a:lumMod val="85000"/>
            </a:schemeClr>
          </a:solidFill>
        </p:spPr>
        <p:txBody>
          <a:bodyPr wrap="square" rtlCol="0">
            <a:spAutoFit/>
          </a:bodyPr>
          <a:lstStyle/>
          <a:p>
            <a:pPr algn="ctr"/>
            <a:r>
              <a:rPr lang="en-US" sz="5400" b="1" dirty="0">
                <a:solidFill>
                  <a:schemeClr val="accent4">
                    <a:lumMod val="50000"/>
                  </a:schemeClr>
                </a:solidFill>
                <a:latin typeface="Arial Black" panose="020B0A04020102020204" pitchFamily="34" charset="0"/>
              </a:rPr>
              <a:t>ETHICAL CODES</a:t>
            </a:r>
            <a:endParaRPr lang="en-US" sz="5400" dirty="0">
              <a:solidFill>
                <a:schemeClr val="accent4">
                  <a:lumMod val="50000"/>
                </a:schemeClr>
              </a:solidFill>
              <a:latin typeface="Arial Black" panose="020B0A04020102020204" pitchFamily="34" charset="0"/>
            </a:endParaRPr>
          </a:p>
        </p:txBody>
      </p:sp>
      <p:pic>
        <p:nvPicPr>
          <p:cNvPr id="4" name="Picture 3">
            <a:extLst>
              <a:ext uri="{FF2B5EF4-FFF2-40B4-BE49-F238E27FC236}">
                <a16:creationId xmlns:a16="http://schemas.microsoft.com/office/drawing/2014/main" id="{4DF7E696-8E2C-E3BA-1B39-B4A2D8F014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425" y="0"/>
            <a:ext cx="7648575" cy="6858000"/>
          </a:xfrm>
          <a:prstGeom prst="rect">
            <a:avLst/>
          </a:prstGeom>
        </p:spPr>
      </p:pic>
    </p:spTree>
    <p:extLst>
      <p:ext uri="{BB962C8B-B14F-4D97-AF65-F5344CB8AC3E}">
        <p14:creationId xmlns:p14="http://schemas.microsoft.com/office/powerpoint/2010/main" val="2293897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D7204-DB4E-D57A-6BA7-C1F7BCF63E96}"/>
              </a:ext>
            </a:extLst>
          </p:cNvPr>
          <p:cNvSpPr>
            <a:spLocks noGrp="1"/>
          </p:cNvSpPr>
          <p:nvPr>
            <p:ph type="title"/>
          </p:nvPr>
        </p:nvSpPr>
        <p:spPr>
          <a:xfrm>
            <a:off x="0" y="0"/>
            <a:ext cx="12192000" cy="820738"/>
          </a:xfrm>
          <a:solidFill>
            <a:schemeClr val="accent4">
              <a:lumMod val="40000"/>
              <a:lumOff val="60000"/>
            </a:schemeClr>
          </a:solidFill>
        </p:spPr>
        <p:txBody>
          <a:bodyPr>
            <a:normAutofit/>
          </a:bodyPr>
          <a:lstStyle/>
          <a:p>
            <a:pPr algn="ctr"/>
            <a:r>
              <a:rPr lang="en-US" dirty="0">
                <a:solidFill>
                  <a:srgbClr val="C00000"/>
                </a:solidFill>
                <a:latin typeface="Arial Black" panose="020B0A04020102020204" pitchFamily="34" charset="0"/>
              </a:rPr>
              <a:t>📜 Ethical Codes</a:t>
            </a:r>
          </a:p>
        </p:txBody>
      </p:sp>
      <p:sp>
        <p:nvSpPr>
          <p:cNvPr id="3" name="Content Placeholder 2">
            <a:extLst>
              <a:ext uri="{FF2B5EF4-FFF2-40B4-BE49-F238E27FC236}">
                <a16:creationId xmlns:a16="http://schemas.microsoft.com/office/drawing/2014/main" id="{A9B9C541-DD86-43B8-D1B9-960FABF60CED}"/>
              </a:ext>
            </a:extLst>
          </p:cNvPr>
          <p:cNvSpPr>
            <a:spLocks noGrp="1"/>
          </p:cNvSpPr>
          <p:nvPr>
            <p:ph idx="1"/>
          </p:nvPr>
        </p:nvSpPr>
        <p:spPr>
          <a:xfrm>
            <a:off x="542925" y="1143000"/>
            <a:ext cx="11244263" cy="5715000"/>
          </a:xfrm>
        </p:spPr>
        <p:txBody>
          <a:bodyPr>
            <a:normAutofit fontScale="92500"/>
          </a:bodyPr>
          <a:lstStyle/>
          <a:p>
            <a:pPr marL="0" indent="0" algn="just">
              <a:lnSpc>
                <a:spcPct val="120000"/>
              </a:lnSpc>
              <a:buNone/>
            </a:pPr>
            <a:r>
              <a:rPr lang="en-US" sz="2600" b="1" dirty="0"/>
              <a:t>Ethical codes are formal guidelines or rules that help professionals decide what is right and wrong in their work. They act as a moral framework that ensures honesty, integrity, responsibility, and fairness in professional behavior. Ethical codes guide decision-making, build public trust, and help maintain standards within a profession, especially in fields like engineering where safety and accountability are important.</a:t>
            </a:r>
          </a:p>
          <a:p>
            <a:pPr marL="0" indent="0">
              <a:buNone/>
            </a:pPr>
            <a:endParaRPr lang="en-US" b="1" dirty="0">
              <a:solidFill>
                <a:srgbClr val="C00000"/>
              </a:solidFill>
            </a:endParaRPr>
          </a:p>
          <a:p>
            <a:pPr marL="0" indent="0">
              <a:buNone/>
            </a:pPr>
            <a:r>
              <a:rPr lang="en-US" sz="2600" b="1" dirty="0">
                <a:solidFill>
                  <a:srgbClr val="C00000"/>
                </a:solidFill>
                <a:latin typeface="Arial Black" panose="020B0A04020102020204" pitchFamily="34" charset="0"/>
              </a:rPr>
              <a:t>IMPORTANCE / SIGNIFICANCE</a:t>
            </a:r>
          </a:p>
          <a:p>
            <a:pPr>
              <a:buFont typeface="Wingdings" panose="05000000000000000000" pitchFamily="2" charset="2"/>
              <a:buChar char="v"/>
            </a:pPr>
            <a:r>
              <a:rPr lang="en-US" sz="2600" b="1" dirty="0">
                <a:solidFill>
                  <a:schemeClr val="accent6">
                    <a:lumMod val="50000"/>
                  </a:schemeClr>
                </a:solidFill>
              </a:rPr>
              <a:t> Guides Behavior: </a:t>
            </a:r>
            <a:r>
              <a:rPr lang="en-US" sz="2400" dirty="0">
                <a:solidFill>
                  <a:schemeClr val="accent1">
                    <a:lumMod val="50000"/>
                  </a:schemeClr>
                </a:solidFill>
              </a:rPr>
              <a:t>Helps engineers make correct decisions </a:t>
            </a:r>
          </a:p>
          <a:p>
            <a:pPr>
              <a:buFont typeface="Wingdings" panose="05000000000000000000" pitchFamily="2" charset="2"/>
              <a:buChar char="v"/>
            </a:pPr>
            <a:r>
              <a:rPr lang="en-US" sz="2600" b="1" dirty="0">
                <a:solidFill>
                  <a:schemeClr val="accent6">
                    <a:lumMod val="50000"/>
                  </a:schemeClr>
                </a:solidFill>
              </a:rPr>
              <a:t> Builds Trust</a:t>
            </a:r>
            <a:r>
              <a:rPr lang="en-US" sz="2400" b="1" dirty="0">
                <a:solidFill>
                  <a:schemeClr val="accent6">
                    <a:lumMod val="50000"/>
                  </a:schemeClr>
                </a:solidFill>
              </a:rPr>
              <a:t>: </a:t>
            </a:r>
            <a:r>
              <a:rPr lang="en-US" sz="2400" dirty="0">
                <a:solidFill>
                  <a:schemeClr val="accent1">
                    <a:lumMod val="50000"/>
                  </a:schemeClr>
                </a:solidFill>
              </a:rPr>
              <a:t>Society trusts ethical professionals </a:t>
            </a:r>
          </a:p>
          <a:p>
            <a:pPr>
              <a:buFont typeface="Wingdings" panose="05000000000000000000" pitchFamily="2" charset="2"/>
              <a:buChar char="v"/>
            </a:pPr>
            <a:r>
              <a:rPr lang="en-US" sz="2600" b="1" dirty="0">
                <a:solidFill>
                  <a:schemeClr val="accent6">
                    <a:lumMod val="50000"/>
                  </a:schemeClr>
                </a:solidFill>
              </a:rPr>
              <a:t> Improves Professionalism: </a:t>
            </a:r>
            <a:r>
              <a:rPr lang="en-US" sz="2400" dirty="0">
                <a:solidFill>
                  <a:schemeClr val="accent1">
                    <a:lumMod val="50000"/>
                  </a:schemeClr>
                </a:solidFill>
              </a:rPr>
              <a:t>Maintains discipline and standards </a:t>
            </a:r>
          </a:p>
          <a:p>
            <a:pPr>
              <a:buFont typeface="Wingdings" panose="05000000000000000000" pitchFamily="2" charset="2"/>
              <a:buChar char="v"/>
            </a:pPr>
            <a:r>
              <a:rPr lang="en-US" sz="2400" b="1" dirty="0">
                <a:solidFill>
                  <a:schemeClr val="accent6">
                    <a:lumMod val="50000"/>
                  </a:schemeClr>
                </a:solidFill>
              </a:rPr>
              <a:t> </a:t>
            </a:r>
            <a:r>
              <a:rPr lang="en-US" sz="2600" b="1" dirty="0">
                <a:solidFill>
                  <a:schemeClr val="accent6">
                    <a:lumMod val="50000"/>
                  </a:schemeClr>
                </a:solidFill>
              </a:rPr>
              <a:t>Prevents Misconduct: </a:t>
            </a:r>
            <a:r>
              <a:rPr lang="en-US" sz="2400" dirty="0">
                <a:solidFill>
                  <a:schemeClr val="accent1">
                    <a:lumMod val="50000"/>
                  </a:schemeClr>
                </a:solidFill>
              </a:rPr>
              <a:t>Reduces corruption, fraud, negligence </a:t>
            </a:r>
          </a:p>
          <a:p>
            <a:pPr>
              <a:buFont typeface="Wingdings" panose="05000000000000000000" pitchFamily="2" charset="2"/>
              <a:buChar char="v"/>
            </a:pPr>
            <a:r>
              <a:rPr lang="en-US" sz="2600" b="1" dirty="0">
                <a:solidFill>
                  <a:schemeClr val="accent6">
                    <a:lumMod val="50000"/>
                  </a:schemeClr>
                </a:solidFill>
              </a:rPr>
              <a:t> Protects Public Safety: </a:t>
            </a:r>
            <a:r>
              <a:rPr lang="en-US" sz="2400" dirty="0">
                <a:solidFill>
                  <a:schemeClr val="accent1">
                    <a:lumMod val="50000"/>
                  </a:schemeClr>
                </a:solidFill>
              </a:rPr>
              <a:t>Especially important in engineering projects</a:t>
            </a:r>
          </a:p>
          <a:p>
            <a:endParaRPr lang="en-US" dirty="0"/>
          </a:p>
        </p:txBody>
      </p:sp>
    </p:spTree>
    <p:extLst>
      <p:ext uri="{BB962C8B-B14F-4D97-AF65-F5344CB8AC3E}">
        <p14:creationId xmlns:p14="http://schemas.microsoft.com/office/powerpoint/2010/main" val="2053113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5B5ADD-7D46-53C1-B3DF-3E99E23649F9}"/>
              </a:ext>
            </a:extLst>
          </p:cNvPr>
          <p:cNvSpPr txBox="1"/>
          <p:nvPr/>
        </p:nvSpPr>
        <p:spPr>
          <a:xfrm>
            <a:off x="166688" y="192898"/>
            <a:ext cx="7934326" cy="3031599"/>
          </a:xfrm>
          <a:prstGeom prst="rect">
            <a:avLst/>
          </a:prstGeom>
          <a:solidFill>
            <a:schemeClr val="accent4">
              <a:lumMod val="40000"/>
              <a:lumOff val="60000"/>
            </a:schemeClr>
          </a:solidFill>
        </p:spPr>
        <p:txBody>
          <a:bodyPr wrap="square" rtlCol="0">
            <a:spAutoFit/>
          </a:bodyPr>
          <a:lstStyle/>
          <a:p>
            <a:r>
              <a:rPr lang="en-US" sz="2600" b="1" dirty="0">
                <a:latin typeface="Arial Black" panose="020B0A04020102020204" pitchFamily="34" charset="0"/>
              </a:rPr>
              <a:t>Limitations of Ethical Codes </a:t>
            </a:r>
          </a:p>
          <a:p>
            <a:pPr marL="342900" indent="-342900" algn="just">
              <a:spcBef>
                <a:spcPts val="600"/>
              </a:spcBef>
              <a:spcAft>
                <a:spcPts val="600"/>
              </a:spcAft>
              <a:buFont typeface="Wingdings" panose="05000000000000000000" pitchFamily="2" charset="2"/>
              <a:buChar char="§"/>
            </a:pPr>
            <a:r>
              <a:rPr lang="en-US" sz="2400" b="1" dirty="0">
                <a:solidFill>
                  <a:schemeClr val="accent6">
                    <a:lumMod val="50000"/>
                  </a:schemeClr>
                </a:solidFill>
              </a:rPr>
              <a:t>Not Comprehensive: </a:t>
            </a:r>
            <a:r>
              <a:rPr lang="en-US" sz="2400" dirty="0"/>
              <a:t>Cannot cover all situations</a:t>
            </a:r>
          </a:p>
          <a:p>
            <a:pPr marL="342900" indent="-342900" algn="just">
              <a:spcBef>
                <a:spcPts val="600"/>
              </a:spcBef>
              <a:spcAft>
                <a:spcPts val="600"/>
              </a:spcAft>
              <a:buFont typeface="Wingdings" panose="05000000000000000000" pitchFamily="2" charset="2"/>
              <a:buChar char="§"/>
            </a:pPr>
            <a:r>
              <a:rPr lang="en-US" sz="2400" b="1" dirty="0">
                <a:solidFill>
                  <a:schemeClr val="accent6">
                    <a:lumMod val="50000"/>
                  </a:schemeClr>
                </a:solidFill>
              </a:rPr>
              <a:t>Interpretation Issues</a:t>
            </a:r>
            <a:r>
              <a:rPr lang="en-US" sz="2400" b="1" dirty="0"/>
              <a:t>: </a:t>
            </a:r>
            <a:r>
              <a:rPr lang="en-US" sz="2400" dirty="0"/>
              <a:t>Different people interpret differently</a:t>
            </a:r>
          </a:p>
          <a:p>
            <a:pPr marL="342900" indent="-342900" algn="just">
              <a:spcBef>
                <a:spcPts val="600"/>
              </a:spcBef>
              <a:spcAft>
                <a:spcPts val="600"/>
              </a:spcAft>
              <a:buFont typeface="Wingdings" panose="05000000000000000000" pitchFamily="2" charset="2"/>
              <a:buChar char="§"/>
            </a:pPr>
            <a:r>
              <a:rPr lang="en-US" sz="2400" b="1" dirty="0">
                <a:solidFill>
                  <a:schemeClr val="accent6">
                    <a:lumMod val="50000"/>
                  </a:schemeClr>
                </a:solidFill>
              </a:rPr>
              <a:t>Lack of Enforcement: </a:t>
            </a:r>
            <a:r>
              <a:rPr lang="en-US" sz="2400" dirty="0"/>
              <a:t>Not always strictly followed</a:t>
            </a:r>
          </a:p>
          <a:p>
            <a:pPr marL="342900" indent="-342900" algn="just">
              <a:spcBef>
                <a:spcPts val="600"/>
              </a:spcBef>
              <a:spcAft>
                <a:spcPts val="600"/>
              </a:spcAft>
              <a:buFont typeface="Wingdings" panose="05000000000000000000" pitchFamily="2" charset="2"/>
              <a:buChar char="§"/>
            </a:pPr>
            <a:r>
              <a:rPr lang="en-US" sz="2400" b="1" dirty="0">
                <a:solidFill>
                  <a:schemeClr val="accent6">
                    <a:lumMod val="50000"/>
                  </a:schemeClr>
                </a:solidFill>
              </a:rPr>
              <a:t>Conflict of Interest: </a:t>
            </a:r>
            <a:r>
              <a:rPr lang="en-US" sz="2400" dirty="0"/>
              <a:t>Personal gain may override ethics</a:t>
            </a:r>
          </a:p>
          <a:p>
            <a:pPr marL="342900" indent="-342900" algn="just">
              <a:spcBef>
                <a:spcPts val="600"/>
              </a:spcBef>
              <a:spcAft>
                <a:spcPts val="600"/>
              </a:spcAft>
              <a:buFont typeface="Wingdings" panose="05000000000000000000" pitchFamily="2" charset="2"/>
              <a:buChar char="§"/>
            </a:pPr>
            <a:r>
              <a:rPr lang="en-US" sz="2400" b="1" dirty="0">
                <a:solidFill>
                  <a:schemeClr val="accent6">
                    <a:lumMod val="50000"/>
                  </a:schemeClr>
                </a:solidFill>
              </a:rPr>
              <a:t>Cultural Differences: </a:t>
            </a:r>
            <a:r>
              <a:rPr lang="en-US" sz="2400" dirty="0"/>
              <a:t>Ethics vary across regions</a:t>
            </a:r>
          </a:p>
        </p:txBody>
      </p:sp>
      <p:sp>
        <p:nvSpPr>
          <p:cNvPr id="5" name="TextBox 4">
            <a:extLst>
              <a:ext uri="{FF2B5EF4-FFF2-40B4-BE49-F238E27FC236}">
                <a16:creationId xmlns:a16="http://schemas.microsoft.com/office/drawing/2014/main" id="{D24B5424-577A-911F-81B1-D6CC1FF5B97C}"/>
              </a:ext>
            </a:extLst>
          </p:cNvPr>
          <p:cNvSpPr txBox="1"/>
          <p:nvPr/>
        </p:nvSpPr>
        <p:spPr>
          <a:xfrm>
            <a:off x="166688" y="3679669"/>
            <a:ext cx="5086348" cy="2985433"/>
          </a:xfrm>
          <a:prstGeom prst="rect">
            <a:avLst/>
          </a:prstGeom>
          <a:solidFill>
            <a:schemeClr val="accent2">
              <a:lumMod val="60000"/>
              <a:lumOff val="40000"/>
            </a:schemeClr>
          </a:solidFill>
        </p:spPr>
        <p:txBody>
          <a:bodyPr wrap="square" rtlCol="0">
            <a:spAutoFit/>
          </a:bodyPr>
          <a:lstStyle/>
          <a:p>
            <a:r>
              <a:rPr lang="en-US" sz="2600" b="1" dirty="0">
                <a:latin typeface="Arial Black" panose="020B0A04020102020204" pitchFamily="34" charset="0"/>
              </a:rPr>
              <a:t>Features of Ethical Codes</a:t>
            </a:r>
          </a:p>
          <a:p>
            <a:pPr marL="342900" indent="-342900">
              <a:lnSpc>
                <a:spcPct val="150000"/>
              </a:lnSpc>
              <a:buFont typeface="Wingdings" panose="05000000000000000000" pitchFamily="2" charset="2"/>
              <a:buChar char="§"/>
            </a:pPr>
            <a:r>
              <a:rPr lang="en-US" sz="2400" b="1" dirty="0">
                <a:solidFill>
                  <a:schemeClr val="accent6">
                    <a:lumMod val="50000"/>
                  </a:schemeClr>
                </a:solidFill>
              </a:rPr>
              <a:t>Written guidelines </a:t>
            </a:r>
          </a:p>
          <a:p>
            <a:pPr marL="342900" indent="-342900">
              <a:lnSpc>
                <a:spcPct val="150000"/>
              </a:lnSpc>
              <a:buFont typeface="Wingdings" panose="05000000000000000000" pitchFamily="2" charset="2"/>
              <a:buChar char="§"/>
            </a:pPr>
            <a:r>
              <a:rPr lang="en-US" sz="2400" b="1" dirty="0">
                <a:solidFill>
                  <a:schemeClr val="accent6">
                    <a:lumMod val="50000"/>
                  </a:schemeClr>
                </a:solidFill>
              </a:rPr>
              <a:t>Profession-specific </a:t>
            </a:r>
          </a:p>
          <a:p>
            <a:pPr marL="342900" indent="-342900">
              <a:lnSpc>
                <a:spcPct val="150000"/>
              </a:lnSpc>
              <a:buFont typeface="Wingdings" panose="05000000000000000000" pitchFamily="2" charset="2"/>
              <a:buChar char="§"/>
            </a:pPr>
            <a:r>
              <a:rPr lang="en-US" sz="2400" b="1" dirty="0">
                <a:solidFill>
                  <a:schemeClr val="accent6">
                    <a:lumMod val="50000"/>
                  </a:schemeClr>
                </a:solidFill>
              </a:rPr>
              <a:t>Helps in decision-making </a:t>
            </a:r>
          </a:p>
          <a:p>
            <a:pPr marL="342900" indent="-342900">
              <a:lnSpc>
                <a:spcPct val="150000"/>
              </a:lnSpc>
              <a:buFont typeface="Wingdings" panose="05000000000000000000" pitchFamily="2" charset="2"/>
              <a:buChar char="§"/>
            </a:pPr>
            <a:r>
              <a:rPr lang="en-US" sz="2400" b="1" dirty="0">
                <a:solidFill>
                  <a:schemeClr val="accent6">
                    <a:lumMod val="50000"/>
                  </a:schemeClr>
                </a:solidFill>
              </a:rPr>
              <a:t>Maintains standards</a:t>
            </a:r>
          </a:p>
          <a:p>
            <a:endParaRPr lang="en-US" dirty="0"/>
          </a:p>
        </p:txBody>
      </p:sp>
      <p:pic>
        <p:nvPicPr>
          <p:cNvPr id="8" name="Picture 7">
            <a:extLst>
              <a:ext uri="{FF2B5EF4-FFF2-40B4-BE49-F238E27FC236}">
                <a16:creationId xmlns:a16="http://schemas.microsoft.com/office/drawing/2014/main" id="{E14B080B-1C7D-36A0-3D30-2ADA390F4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459930"/>
            <a:ext cx="5707319" cy="3398070"/>
          </a:xfrm>
          <a:prstGeom prst="rect">
            <a:avLst/>
          </a:prstGeom>
        </p:spPr>
      </p:pic>
    </p:spTree>
    <p:extLst>
      <p:ext uri="{BB962C8B-B14F-4D97-AF65-F5344CB8AC3E}">
        <p14:creationId xmlns:p14="http://schemas.microsoft.com/office/powerpoint/2010/main" val="4248765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1515</TotalTime>
  <Words>1196</Words>
  <Application>Microsoft Office PowerPoint</Application>
  <PresentationFormat>Widescreen</PresentationFormat>
  <Paragraphs>190</Paragraphs>
  <Slides>22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Black</vt:lpstr>
      <vt:lpstr>Calibri</vt:lpstr>
      <vt:lpstr>Calibri Light</vt:lpstr>
      <vt:lpstr>Wingdings</vt:lpstr>
      <vt:lpstr>Office Theme</vt:lpstr>
      <vt:lpstr>Global Ethical Issues &amp; Ethical Codes</vt:lpstr>
      <vt:lpstr>CONTENTS</vt:lpstr>
      <vt:lpstr>GLOBAL ETHICAL ISSUES</vt:lpstr>
      <vt:lpstr> Ethical Issues in Business  </vt:lpstr>
      <vt:lpstr>PowerPoint Presentation</vt:lpstr>
      <vt:lpstr>🌱 Environmental Ethics</vt:lpstr>
      <vt:lpstr>PowerPoint Presentation</vt:lpstr>
      <vt:lpstr>💻 IT Ethics</vt:lpstr>
      <vt:lpstr>PowerPoint Presentation</vt:lpstr>
      <vt:lpstr>🧬 Bioethics</vt:lpstr>
      <vt:lpstr>PowerPoint Presentation</vt:lpstr>
      <vt:lpstr>    📜 Intellectual Property Rights (IPR)</vt:lpstr>
      <vt:lpstr>PowerPoint Presentation</vt:lpstr>
      <vt:lpstr>🔬 Ethics in Research</vt:lpstr>
      <vt:lpstr>PowerPoint Presentation</vt:lpstr>
      <vt:lpstr>📺 Media Ethics</vt:lpstr>
      <vt:lpstr>PowerPoint Presentation</vt:lpstr>
      <vt:lpstr>  🤝 Corporate Social Responsibility (CSR)</vt:lpstr>
      <vt:lpstr>PowerPoint Presentation</vt:lpstr>
      <vt:lpstr>PowerPoint Presentation</vt:lpstr>
      <vt:lpstr>📜 Ethical Codes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Mousumi Ray</dc:creator>
  <cp:lastModifiedBy>Mousumi Ray</cp:lastModifiedBy>
  <cp:revision>1</cp:revision>
  <dcterms:created xsi:type="dcterms:W3CDTF">2026-04-12T05:39:27Z</dcterms:created>
  <dcterms:modified xsi:type="dcterms:W3CDTF">2026-04-19T05:48:38Z</dcterms:modified>
</cp:coreProperties>
</file>