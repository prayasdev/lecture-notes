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85" r:id="rId3"/>
    <p:sldId id="284" r:id="rId4"/>
    <p:sldId id="293" r:id="rId5"/>
    <p:sldId id="286" r:id="rId6"/>
    <p:sldId id="270" r:id="rId7"/>
    <p:sldId id="294" r:id="rId8"/>
    <p:sldId id="287" r:id="rId9"/>
    <p:sldId id="271" r:id="rId10"/>
    <p:sldId id="28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019" autoAdjust="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sumi Ray" userId="aabc61b048ecfdaf" providerId="LiveId" clId="{7185254F-939A-47CB-957E-AF975C3F3800}"/>
    <pc:docChg chg="undo custSel addSld delSld modSld">
      <pc:chgData name="Mousumi Ray" userId="aabc61b048ecfdaf" providerId="LiveId" clId="{7185254F-939A-47CB-957E-AF975C3F3800}" dt="2026-02-27T05:12:42.551" v="867" actId="47"/>
      <pc:docMkLst>
        <pc:docMk/>
      </pc:docMkLst>
      <pc:sldChg chg="modSp new del mod">
        <pc:chgData name="Mousumi Ray" userId="aabc61b048ecfdaf" providerId="LiveId" clId="{7185254F-939A-47CB-957E-AF975C3F3800}" dt="2026-02-27T05:11:46.458" v="842" actId="47"/>
        <pc:sldMkLst>
          <pc:docMk/>
          <pc:sldMk cId="1992760151" sldId="256"/>
        </pc:sldMkLst>
      </pc:sldChg>
      <pc:sldChg chg="modSp new del mod">
        <pc:chgData name="Mousumi Ray" userId="aabc61b048ecfdaf" providerId="LiveId" clId="{7185254F-939A-47CB-957E-AF975C3F3800}" dt="2026-02-27T05:11:47.189" v="843" actId="47"/>
        <pc:sldMkLst>
          <pc:docMk/>
          <pc:sldMk cId="3033326793" sldId="257"/>
        </pc:sldMkLst>
      </pc:sldChg>
      <pc:sldChg chg="addSp delSp modSp new del mod">
        <pc:chgData name="Mousumi Ray" userId="aabc61b048ecfdaf" providerId="LiveId" clId="{7185254F-939A-47CB-957E-AF975C3F3800}" dt="2026-02-27T05:11:47.633" v="844" actId="47"/>
        <pc:sldMkLst>
          <pc:docMk/>
          <pc:sldMk cId="3986768330" sldId="258"/>
        </pc:sldMkLst>
      </pc:sldChg>
      <pc:sldChg chg="addSp delSp modSp new del mod">
        <pc:chgData name="Mousumi Ray" userId="aabc61b048ecfdaf" providerId="LiveId" clId="{7185254F-939A-47CB-957E-AF975C3F3800}" dt="2026-02-13T16:27:36.579" v="780" actId="2696"/>
        <pc:sldMkLst>
          <pc:docMk/>
          <pc:sldMk cId="3004532848" sldId="259"/>
        </pc:sldMkLst>
      </pc:sldChg>
      <pc:sldChg chg="addSp delSp modSp new del mod">
        <pc:chgData name="Mousumi Ray" userId="aabc61b048ecfdaf" providerId="LiveId" clId="{7185254F-939A-47CB-957E-AF975C3F3800}" dt="2026-02-27T05:11:48.031" v="846" actId="47"/>
        <pc:sldMkLst>
          <pc:docMk/>
          <pc:sldMk cId="1593132022" sldId="260"/>
        </pc:sldMkLst>
      </pc:sldChg>
      <pc:sldChg chg="modSp new del mod">
        <pc:chgData name="Mousumi Ray" userId="aabc61b048ecfdaf" providerId="LiveId" clId="{7185254F-939A-47CB-957E-AF975C3F3800}" dt="2026-02-27T05:11:48.206" v="847" actId="47"/>
        <pc:sldMkLst>
          <pc:docMk/>
          <pc:sldMk cId="647766224" sldId="261"/>
        </pc:sldMkLst>
      </pc:sldChg>
      <pc:sldChg chg="addSp modSp new del mod">
        <pc:chgData name="Mousumi Ray" userId="aabc61b048ecfdaf" providerId="LiveId" clId="{7185254F-939A-47CB-957E-AF975C3F3800}" dt="2026-02-27T05:11:48.597" v="848" actId="47"/>
        <pc:sldMkLst>
          <pc:docMk/>
          <pc:sldMk cId="1911602985" sldId="262"/>
        </pc:sldMkLst>
      </pc:sldChg>
      <pc:sldChg chg="addSp modSp new del mod">
        <pc:chgData name="Mousumi Ray" userId="aabc61b048ecfdaf" providerId="LiveId" clId="{7185254F-939A-47CB-957E-AF975C3F3800}" dt="2026-02-13T05:26:18.682" v="192" actId="2696"/>
        <pc:sldMkLst>
          <pc:docMk/>
          <pc:sldMk cId="2553133037" sldId="263"/>
        </pc:sldMkLst>
      </pc:sldChg>
      <pc:sldChg chg="modSp new del mod">
        <pc:chgData name="Mousumi Ray" userId="aabc61b048ecfdaf" providerId="LiveId" clId="{7185254F-939A-47CB-957E-AF975C3F3800}" dt="2026-02-27T05:11:49.822" v="850" actId="47"/>
        <pc:sldMkLst>
          <pc:docMk/>
          <pc:sldMk cId="1442927298" sldId="264"/>
        </pc:sldMkLst>
      </pc:sldChg>
      <pc:sldChg chg="modSp new del mod">
        <pc:chgData name="Mousumi Ray" userId="aabc61b048ecfdaf" providerId="LiveId" clId="{7185254F-939A-47CB-957E-AF975C3F3800}" dt="2026-02-27T05:11:50.329" v="852" actId="47"/>
        <pc:sldMkLst>
          <pc:docMk/>
          <pc:sldMk cId="2866785851" sldId="265"/>
        </pc:sldMkLst>
      </pc:sldChg>
      <pc:sldChg chg="addSp delSp modSp new del mod">
        <pc:chgData name="Mousumi Ray" userId="aabc61b048ecfdaf" providerId="LiveId" clId="{7185254F-939A-47CB-957E-AF975C3F3800}" dt="2026-02-27T05:11:50.852" v="853" actId="47"/>
        <pc:sldMkLst>
          <pc:docMk/>
          <pc:sldMk cId="2535137127" sldId="266"/>
        </pc:sldMkLst>
      </pc:sldChg>
      <pc:sldChg chg="addSp modSp new del mod">
        <pc:chgData name="Mousumi Ray" userId="aabc61b048ecfdaf" providerId="LiveId" clId="{7185254F-939A-47CB-957E-AF975C3F3800}" dt="2026-02-27T05:11:51.680" v="854" actId="47"/>
        <pc:sldMkLst>
          <pc:docMk/>
          <pc:sldMk cId="2067093729" sldId="267"/>
        </pc:sldMkLst>
      </pc:sldChg>
      <pc:sldChg chg="modSp new mod">
        <pc:chgData name="Mousumi Ray" userId="aabc61b048ecfdaf" providerId="LiveId" clId="{7185254F-939A-47CB-957E-AF975C3F3800}" dt="2026-02-13T06:28:28.669" v="637" actId="12"/>
        <pc:sldMkLst>
          <pc:docMk/>
          <pc:sldMk cId="3161592757" sldId="268"/>
        </pc:sldMkLst>
        <pc:spChg chg="mod">
          <ac:chgData name="Mousumi Ray" userId="aabc61b048ecfdaf" providerId="LiveId" clId="{7185254F-939A-47CB-957E-AF975C3F3800}" dt="2026-02-13T06:26:22.213" v="632" actId="404"/>
          <ac:spMkLst>
            <pc:docMk/>
            <pc:sldMk cId="3161592757" sldId="268"/>
            <ac:spMk id="2" creationId="{04E1581F-8946-564A-56E9-88765D5CF058}"/>
          </ac:spMkLst>
        </pc:spChg>
        <pc:spChg chg="mod">
          <ac:chgData name="Mousumi Ray" userId="aabc61b048ecfdaf" providerId="LiveId" clId="{7185254F-939A-47CB-957E-AF975C3F3800}" dt="2026-02-13T06:28:28.669" v="637" actId="12"/>
          <ac:spMkLst>
            <pc:docMk/>
            <pc:sldMk cId="3161592757" sldId="268"/>
            <ac:spMk id="3" creationId="{AECA8B34-C932-82A4-423F-F3BE43D41C94}"/>
          </ac:spMkLst>
        </pc:spChg>
      </pc:sldChg>
      <pc:sldChg chg="modSp new mod">
        <pc:chgData name="Mousumi Ray" userId="aabc61b048ecfdaf" providerId="LiveId" clId="{7185254F-939A-47CB-957E-AF975C3F3800}" dt="2026-02-13T05:58:47.069" v="507" actId="207"/>
        <pc:sldMkLst>
          <pc:docMk/>
          <pc:sldMk cId="4267056528" sldId="269"/>
        </pc:sldMkLst>
      </pc:sldChg>
      <pc:sldChg chg="addSp delSp modSp new mod">
        <pc:chgData name="Mousumi Ray" userId="aabc61b048ecfdaf" providerId="LiveId" clId="{7185254F-939A-47CB-957E-AF975C3F3800}" dt="2026-02-13T06:26:38.770" v="633" actId="113"/>
        <pc:sldMkLst>
          <pc:docMk/>
          <pc:sldMk cId="953967950" sldId="270"/>
        </pc:sldMkLst>
        <pc:spChg chg="mod">
          <ac:chgData name="Mousumi Ray" userId="aabc61b048ecfdaf" providerId="LiveId" clId="{7185254F-939A-47CB-957E-AF975C3F3800}" dt="2026-02-13T05:50:27.588" v="464" actId="122"/>
          <ac:spMkLst>
            <pc:docMk/>
            <pc:sldMk cId="953967950" sldId="270"/>
            <ac:spMk id="2" creationId="{86FDF31D-E305-5141-284A-B9B3CE9D31FB}"/>
          </ac:spMkLst>
        </pc:spChg>
        <pc:spChg chg="mod">
          <ac:chgData name="Mousumi Ray" userId="aabc61b048ecfdaf" providerId="LiveId" clId="{7185254F-939A-47CB-957E-AF975C3F3800}" dt="2026-02-13T06:26:38.770" v="633" actId="113"/>
          <ac:spMkLst>
            <pc:docMk/>
            <pc:sldMk cId="953967950" sldId="270"/>
            <ac:spMk id="3" creationId="{C637566C-C2E7-1E11-E149-A809CA97CAD9}"/>
          </ac:spMkLst>
        </pc:spChg>
      </pc:sldChg>
      <pc:sldChg chg="addSp delSp modSp new mod">
        <pc:chgData name="Mousumi Ray" userId="aabc61b048ecfdaf" providerId="LiveId" clId="{7185254F-939A-47CB-957E-AF975C3F3800}" dt="2026-02-13T06:12:30.402" v="551" actId="20577"/>
        <pc:sldMkLst>
          <pc:docMk/>
          <pc:sldMk cId="4022292499" sldId="271"/>
        </pc:sldMkLst>
        <pc:spChg chg="mod">
          <ac:chgData name="Mousumi Ray" userId="aabc61b048ecfdaf" providerId="LiveId" clId="{7185254F-939A-47CB-957E-AF975C3F3800}" dt="2026-02-13T05:50:48.699" v="468" actId="27636"/>
          <ac:spMkLst>
            <pc:docMk/>
            <pc:sldMk cId="4022292499" sldId="271"/>
            <ac:spMk id="2" creationId="{D7CE94BC-C140-4F15-E0CB-0539475F767E}"/>
          </ac:spMkLst>
        </pc:spChg>
        <pc:spChg chg="mod">
          <ac:chgData name="Mousumi Ray" userId="aabc61b048ecfdaf" providerId="LiveId" clId="{7185254F-939A-47CB-957E-AF975C3F3800}" dt="2026-02-13T06:12:30.402" v="551" actId="20577"/>
          <ac:spMkLst>
            <pc:docMk/>
            <pc:sldMk cId="4022292499" sldId="271"/>
            <ac:spMk id="3" creationId="{54CB50C6-F110-3376-CD6E-3162BE75DF86}"/>
          </ac:spMkLst>
        </pc:spChg>
      </pc:sldChg>
      <pc:sldChg chg="new">
        <pc:chgData name="Mousumi Ray" userId="aabc61b048ecfdaf" providerId="LiveId" clId="{7185254F-939A-47CB-957E-AF975C3F3800}" dt="2026-02-13T05:38:37.394" v="382" actId="680"/>
        <pc:sldMkLst>
          <pc:docMk/>
          <pc:sldMk cId="2306577355" sldId="272"/>
        </pc:sldMkLst>
      </pc:sldChg>
      <pc:sldChg chg="addSp delSp modSp new del mod">
        <pc:chgData name="Mousumi Ray" userId="aabc61b048ecfdaf" providerId="LiveId" clId="{7185254F-939A-47CB-957E-AF975C3F3800}" dt="2026-02-27T05:12:20.936" v="858" actId="47"/>
        <pc:sldMkLst>
          <pc:docMk/>
          <pc:sldMk cId="4263285737" sldId="273"/>
        </pc:sldMkLst>
      </pc:sldChg>
      <pc:sldChg chg="addSp delSp modSp new del mod">
        <pc:chgData name="Mousumi Ray" userId="aabc61b048ecfdaf" providerId="LiveId" clId="{7185254F-939A-47CB-957E-AF975C3F3800}" dt="2026-02-27T05:12:28.391" v="860" actId="47"/>
        <pc:sldMkLst>
          <pc:docMk/>
          <pc:sldMk cId="905813288" sldId="274"/>
        </pc:sldMkLst>
      </pc:sldChg>
      <pc:sldChg chg="modSp new del mod">
        <pc:chgData name="Mousumi Ray" userId="aabc61b048ecfdaf" providerId="LiveId" clId="{7185254F-939A-47CB-957E-AF975C3F3800}" dt="2026-02-27T05:12:30.183" v="862" actId="47"/>
        <pc:sldMkLst>
          <pc:docMk/>
          <pc:sldMk cId="3092685495" sldId="275"/>
        </pc:sldMkLst>
      </pc:sldChg>
      <pc:sldChg chg="addSp delSp modSp new del mod">
        <pc:chgData name="Mousumi Ray" userId="aabc61b048ecfdaf" providerId="LiveId" clId="{7185254F-939A-47CB-957E-AF975C3F3800}" dt="2026-02-27T05:11:47.840" v="845" actId="47"/>
        <pc:sldMkLst>
          <pc:docMk/>
          <pc:sldMk cId="3949164906" sldId="276"/>
        </pc:sldMkLst>
      </pc:sldChg>
      <pc:sldChg chg="del">
        <pc:chgData name="Mousumi Ray" userId="aabc61b048ecfdaf" providerId="LiveId" clId="{7185254F-939A-47CB-957E-AF975C3F3800}" dt="2026-02-27T05:11:48.959" v="849" actId="47"/>
        <pc:sldMkLst>
          <pc:docMk/>
          <pc:sldMk cId="1970212766" sldId="277"/>
        </pc:sldMkLst>
      </pc:sldChg>
      <pc:sldChg chg="del">
        <pc:chgData name="Mousumi Ray" userId="aabc61b048ecfdaf" providerId="LiveId" clId="{7185254F-939A-47CB-957E-AF975C3F3800}" dt="2026-02-27T05:11:50.046" v="851" actId="47"/>
        <pc:sldMkLst>
          <pc:docMk/>
          <pc:sldMk cId="2720022758" sldId="280"/>
        </pc:sldMkLst>
      </pc:sldChg>
      <pc:sldChg chg="del">
        <pc:chgData name="Mousumi Ray" userId="aabc61b048ecfdaf" providerId="LiveId" clId="{7185254F-939A-47CB-957E-AF975C3F3800}" dt="2026-02-27T05:11:52.189" v="855" actId="47"/>
        <pc:sldMkLst>
          <pc:docMk/>
          <pc:sldMk cId="132654052" sldId="281"/>
        </pc:sldMkLst>
      </pc:sldChg>
      <pc:sldChg chg="del">
        <pc:chgData name="Mousumi Ray" userId="aabc61b048ecfdaf" providerId="LiveId" clId="{7185254F-939A-47CB-957E-AF975C3F3800}" dt="2026-02-27T05:11:53.110" v="856" actId="47"/>
        <pc:sldMkLst>
          <pc:docMk/>
          <pc:sldMk cId="3151159037" sldId="282"/>
        </pc:sldMkLst>
      </pc:sldChg>
      <pc:sldChg chg="del">
        <pc:chgData name="Mousumi Ray" userId="aabc61b048ecfdaf" providerId="LiveId" clId="{7185254F-939A-47CB-957E-AF975C3F3800}" dt="2026-02-27T05:11:54.316" v="857" actId="47"/>
        <pc:sldMkLst>
          <pc:docMk/>
          <pc:sldMk cId="2961181106" sldId="283"/>
        </pc:sldMkLst>
      </pc:sldChg>
      <pc:sldChg chg="add del">
        <pc:chgData name="Mousumi Ray" userId="aabc61b048ecfdaf" providerId="LiveId" clId="{7185254F-939A-47CB-957E-AF975C3F3800}" dt="2026-02-27T05:12:35.561" v="865" actId="47"/>
        <pc:sldMkLst>
          <pc:docMk/>
          <pc:sldMk cId="361875237" sldId="288"/>
        </pc:sldMkLst>
      </pc:sldChg>
      <pc:sldChg chg="del">
        <pc:chgData name="Mousumi Ray" userId="aabc61b048ecfdaf" providerId="LiveId" clId="{7185254F-939A-47CB-957E-AF975C3F3800}" dt="2026-02-27T05:12:22.204" v="859" actId="47"/>
        <pc:sldMkLst>
          <pc:docMk/>
          <pc:sldMk cId="3120978616" sldId="289"/>
        </pc:sldMkLst>
      </pc:sldChg>
      <pc:sldChg chg="del">
        <pc:chgData name="Mousumi Ray" userId="aabc61b048ecfdaf" providerId="LiveId" clId="{7185254F-939A-47CB-957E-AF975C3F3800}" dt="2026-02-27T05:12:29.394" v="861" actId="47"/>
        <pc:sldMkLst>
          <pc:docMk/>
          <pc:sldMk cId="859208234" sldId="290"/>
        </pc:sldMkLst>
      </pc:sldChg>
      <pc:sldChg chg="add del">
        <pc:chgData name="Mousumi Ray" userId="aabc61b048ecfdaf" providerId="LiveId" clId="{7185254F-939A-47CB-957E-AF975C3F3800}" dt="2026-02-27T05:12:42.551" v="867" actId="47"/>
        <pc:sldMkLst>
          <pc:docMk/>
          <pc:sldMk cId="719045943" sldId="29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9EA59-44E5-1308-E930-CE48026E8B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EDECFF-7DCD-75AD-1695-3EFA3F8087D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6223E-5056-E28A-D85A-9180004F5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9BF2F-7426-FC57-C418-A6114683A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63FA3-CAB0-8831-3658-EFD6696D5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7940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C51E6-BDC5-C617-C14B-14D564F98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421067-7E59-D952-4123-09F5D9F9B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2B88EC-C1BF-3699-F39D-FC03E8660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38BFD0-2481-467C-D921-E61DF62DA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98DA1-F0AF-A200-F697-8451F03B1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14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E8DA48-D870-669A-18A6-926F3BF5A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2578C-1AE6-FF03-850A-3B1B7998E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2E132E-D42A-F40F-8B6A-734C8B9BF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DB876-8322-37D1-7C46-7F146585F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C1E28-1BFD-C8E2-F924-1D188C3D8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5494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F32E-F4B0-4C91-304B-942B39626B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4FCB2D-06CA-3596-FC99-828A5B0B7C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1C797C-DA7A-0A08-6E67-7E4DEBCB9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BFBA3E-A48B-62C8-C1ED-4EA6FDDD29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C871C4-A2C8-3E31-2F1E-5F8DE5E72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73E2DD-CB9F-5AE0-C153-837A5657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9338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C48FC-6C58-2958-4466-933F4A670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F732FC-D3C8-D1C0-F20D-9CFDBDDDFE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0C9567E-667D-340B-5187-5B66523762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8F472C-90FD-E7D1-6EB4-99024E133F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34BD40-F815-FFD2-6204-715CC6DABBF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44C936-1AD3-1968-BEC5-1BF6730011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1D494FB-AE8E-8362-D05C-08BF3092B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EBFC57B-F10B-88D1-E76A-48FBA53AC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463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65B9B-9B7C-E75C-73D3-C080B51E4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E252D-4EE8-D9D2-CE67-EB2A97782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9D7E29-55D0-BB62-3D3B-3189AE97E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0421A-AFBC-7CDD-6520-C184F438F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89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006B61-26BD-8FF0-283F-962815528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F7E9F2-9E01-9B66-5296-EACE5B36A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DB90E7-2FC0-1E4C-ABD9-7FED03AAB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38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CED8A-1D2C-CE0B-50E4-71C1721EE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FBC50A-7DB3-B0A4-5974-032F20746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D17EF-06F5-AED5-72E7-6DB1E9A7C8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A82311-EC62-778C-99D1-83266CD7C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9F2A73-5BBD-BEAF-E6C0-CD0A94286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8FA729-8078-AB06-B8FA-839362566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6644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3CF9E-3D9C-2C9C-7EEA-DA6F19666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2AC5A4-393F-15D9-A0F9-2D1A11801AD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6D16A1-D9A4-0D4F-7970-6AF5801C3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0166DF-A899-AE42-4ABC-337804C9E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AAAEBF-C9C7-F7A0-E8F6-F3BC84FE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A546D9-4E18-7DBB-31C4-8E06DF79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237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C80729-ABCA-FB1E-0FF0-6C99835E7A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6D0D30-CC79-78AA-91DF-9019F7C3A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1B4F5-AEB0-C3F2-B51E-0BBA524951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687584-0DC0-F0EB-60EA-5CFAF9EC2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6F44E5-FBA2-AA7E-12AA-D57098899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132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E44271-2457-729A-536C-6E4D888A0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AA52CF-FBF2-72ED-61B2-12FCDDDFDF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513649-8157-99FD-B13E-4763FF196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C7FD2C-7187-227C-00D4-86CB0E8FD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D6B37C-B964-E329-9C1E-D75991B786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05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4">
                <a:lumMod val="40000"/>
                <a:lumOff val="60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51D2C8-B4A7-12F1-87FD-B3866B2896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0177C5-55D8-CA6B-B6DC-74E65B9559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1FA0DE-F91E-69E0-4816-367AC0B6C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33703-16B1-4EB5-A37A-21F3DD5AE941}" type="datetimeFigureOut">
              <a:rPr lang="en-US" smtClean="0"/>
              <a:t>2/27/2026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B1AB0-7E63-27F9-FBEA-9977067682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DA3F3E-FC93-E706-039B-AFDCDC30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37435-C01F-4618-A670-45AE44F1EB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360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sssn09/3403519465/" TargetMode="External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1581F-8946-564A-56E9-88765D5CF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364" y="265113"/>
            <a:ext cx="11029948" cy="5206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b="1" dirty="0">
                <a:solidFill>
                  <a:srgbClr val="FF0000"/>
                </a:solidFill>
                <a:latin typeface="Arial Black" panose="020B0A04020102020204" pitchFamily="34" charset="0"/>
              </a:rPr>
              <a:t>MORAL DEVELOPMENT THEORY – JEAN PIAGET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CA8B34-C932-82A4-423F-F3BE43D41C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475" y="928688"/>
            <a:ext cx="11272837" cy="5807074"/>
          </a:xfrm>
        </p:spPr>
        <p:txBody>
          <a:bodyPr>
            <a:normAutofit fontScale="92500" lnSpcReduction="10000"/>
          </a:bodyPr>
          <a:lstStyle/>
          <a:p>
            <a:pPr algn="just">
              <a:buFont typeface="Wingdings" panose="05000000000000000000" pitchFamily="2" charset="2"/>
              <a:buChar char="ü"/>
            </a:pPr>
            <a:r>
              <a:rPr lang="en-US" sz="2600" b="1" dirty="0"/>
              <a:t> Morality is not something we are born with fully developed. As we grow, our understanding of right and wrong also grows. A child avoids wrong actions out of fear of punishment. An adult avoids wrong actions because of principles and responsibility. This growth in moral reasoning is called Moral Development. 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600" b="1" dirty="0"/>
              <a:t>Jean Piaget was a Swiss psychologist who studied how children develop thinking and reasoning abilities. He explained that moral understanding develops in stages as a child grows and Moral thinking changes with age and maturity.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sz="2400" u="sng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Piaget said: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600" b="1" dirty="0"/>
              <a:t>Children are not born with full moral understanding.</a:t>
            </a:r>
            <a:br>
              <a:rPr lang="en-US" sz="2600" dirty="0"/>
            </a:br>
            <a:endParaRPr lang="en-US" sz="2600" dirty="0"/>
          </a:p>
          <a:p>
            <a:pPr marL="0" indent="0">
              <a:buNone/>
            </a:pPr>
            <a:r>
              <a:rPr lang="en-US" sz="2600" b="1" u="sng" dirty="0">
                <a:solidFill>
                  <a:schemeClr val="accent5">
                    <a:lumMod val="50000"/>
                  </a:schemeClr>
                </a:solidFill>
              </a:rPr>
              <a:t>They gradually learn</a:t>
            </a:r>
            <a:r>
              <a:rPr lang="en-US" sz="2600" b="1" dirty="0">
                <a:solidFill>
                  <a:schemeClr val="accent5">
                    <a:lumMod val="50000"/>
                  </a:schemeClr>
                </a:solidFill>
              </a:rPr>
              <a:t>:</a:t>
            </a:r>
            <a:endParaRPr lang="en-US" b="1" dirty="0">
              <a:solidFill>
                <a:schemeClr val="accent5">
                  <a:lumMod val="50000"/>
                </a:schemeClr>
              </a:solidFill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What is right and wrong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Why rules exist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600" b="1" dirty="0">
                <a:solidFill>
                  <a:schemeClr val="accent6">
                    <a:lumMod val="50000"/>
                  </a:schemeClr>
                </a:solidFill>
              </a:rPr>
              <a:t>Whether rules can change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66197-6561-BF23-D33F-79A6C1C08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15399" y="3271838"/>
            <a:ext cx="3048000" cy="3321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927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CCB2B8-F19E-7484-827E-CF6FAAAB36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2606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B3E202-F876-2D1C-185C-3749FE735845}"/>
              </a:ext>
            </a:extLst>
          </p:cNvPr>
          <p:cNvSpPr txBox="1"/>
          <p:nvPr/>
        </p:nvSpPr>
        <p:spPr>
          <a:xfrm>
            <a:off x="471488" y="342900"/>
            <a:ext cx="11272837" cy="61555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u="sng" dirty="0">
              <a:solidFill>
                <a:srgbClr val="FF0000"/>
              </a:solidFill>
            </a:endParaRPr>
          </a:p>
          <a:p>
            <a:r>
              <a:rPr lang="en-US" sz="2200" b="1" u="sng" dirty="0">
                <a:solidFill>
                  <a:srgbClr val="FF0000"/>
                </a:solidFill>
                <a:latin typeface="Arial Black" panose="020B0A04020102020204" pitchFamily="34" charset="0"/>
              </a:rPr>
              <a:t>Jean Piaget divided moral development into two main stages:</a:t>
            </a:r>
          </a:p>
          <a:p>
            <a:endParaRPr lang="en-US" dirty="0"/>
          </a:p>
          <a:p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Stage 1: Heteronomous Morality</a:t>
            </a:r>
            <a:r>
              <a:rPr lang="en-US" sz="20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2000" b="1" dirty="0"/>
              <a:t>(Usually seen in children below 10 years)</a:t>
            </a:r>
          </a:p>
          <a:p>
            <a:endParaRPr lang="en-US" sz="2000" b="1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Children believe: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Rules are fixed and cannot be changed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Rules are made by authority (parents, teachers)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Breaking rules always deserves punishment</a:t>
            </a:r>
          </a:p>
          <a:p>
            <a:endParaRPr lang="en-US" sz="2400" b="1" dirty="0">
              <a:solidFill>
                <a:schemeClr val="accent4">
                  <a:lumMod val="50000"/>
                </a:schemeClr>
              </a:solidFill>
            </a:endParaRPr>
          </a:p>
          <a:p>
            <a:endParaRPr lang="en-US" sz="2400" b="1" u="sng" dirty="0">
              <a:solidFill>
                <a:schemeClr val="accent4">
                  <a:lumMod val="50000"/>
                </a:schemeClr>
              </a:solidFill>
            </a:endParaRPr>
          </a:p>
          <a:p>
            <a:r>
              <a:rPr lang="en-US" sz="2200" b="1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Stage 2: Autonomous Morality</a:t>
            </a:r>
            <a:r>
              <a:rPr lang="en-US" sz="2200" dirty="0">
                <a:solidFill>
                  <a:schemeClr val="accent2">
                    <a:lumMod val="50000"/>
                  </a:schemeClr>
                </a:solidFill>
                <a:latin typeface="Arial Black" panose="020B0A04020102020204" pitchFamily="34" charset="0"/>
              </a:rPr>
              <a:t> </a:t>
            </a:r>
            <a:r>
              <a:rPr lang="en-US" sz="2000" b="1" dirty="0"/>
              <a:t>(Usually after 10 years and continues into adulthood)</a:t>
            </a:r>
          </a:p>
          <a:p>
            <a:endParaRPr lang="en-US" sz="2400" b="1" u="sng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Children begin to understand: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Rules are created by people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Rules can be changed by agreement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Intentions matter more than consequences</a:t>
            </a:r>
          </a:p>
          <a:p>
            <a:endParaRPr lang="en-US" sz="2400" b="1" dirty="0">
              <a:solidFill>
                <a:schemeClr val="accent4">
                  <a:lumMod val="50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B66B85-80AA-BCF2-0A50-5A86139D092C}"/>
              </a:ext>
            </a:extLst>
          </p:cNvPr>
          <p:cNvSpPr txBox="1"/>
          <p:nvPr/>
        </p:nvSpPr>
        <p:spPr>
          <a:xfrm>
            <a:off x="7250906" y="2000250"/>
            <a:ext cx="4164806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Characteristics: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4">
                    <a:lumMod val="50000"/>
                  </a:schemeClr>
                </a:solidFill>
              </a:rPr>
              <a:t>Obedience to authority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4">
                    <a:lumMod val="50000"/>
                  </a:schemeClr>
                </a:solidFill>
              </a:rPr>
              <a:t>Fear of punishment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4">
                    <a:lumMod val="50000"/>
                  </a:schemeClr>
                </a:solidFill>
              </a:rPr>
              <a:t>Rigid thinking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4">
                    <a:lumMod val="50000"/>
                  </a:schemeClr>
                </a:solidFill>
              </a:rPr>
              <a:t>No questioning of rules</a:t>
            </a:r>
          </a:p>
          <a:p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6D4CFBF-299E-A9C6-828F-091A8F763146}"/>
              </a:ext>
            </a:extLst>
          </p:cNvPr>
          <p:cNvSpPr txBox="1"/>
          <p:nvPr/>
        </p:nvSpPr>
        <p:spPr>
          <a:xfrm>
            <a:off x="7250906" y="4728091"/>
            <a:ext cx="4474370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latin typeface="Arial Black" panose="020B0A04020102020204" pitchFamily="34" charset="0"/>
              </a:rPr>
              <a:t>Characteristics: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4">
                    <a:lumMod val="50000"/>
                  </a:schemeClr>
                </a:solidFill>
              </a:rPr>
              <a:t>Flexible thinking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4">
                    <a:lumMod val="50000"/>
                  </a:schemeClr>
                </a:solidFill>
              </a:rPr>
              <a:t>Understanding fairness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4">
                    <a:lumMod val="50000"/>
                  </a:schemeClr>
                </a:solidFill>
              </a:rPr>
              <a:t>Mutual respect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200" b="1" dirty="0">
                <a:solidFill>
                  <a:schemeClr val="accent4">
                    <a:lumMod val="50000"/>
                  </a:schemeClr>
                </a:solidFill>
              </a:rPr>
              <a:t>Considering intentions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10444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B796D3A-5487-F694-AC8F-F7022B5D3714}"/>
              </a:ext>
            </a:extLst>
          </p:cNvPr>
          <p:cNvSpPr txBox="1"/>
          <p:nvPr/>
        </p:nvSpPr>
        <p:spPr>
          <a:xfrm>
            <a:off x="400050" y="91142"/>
            <a:ext cx="11401425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u="sng" dirty="0">
                <a:solidFill>
                  <a:srgbClr val="FF0000"/>
                </a:solidFill>
                <a:latin typeface="Arial Black" panose="020B0A04020102020204" pitchFamily="34" charset="0"/>
              </a:rPr>
              <a:t>Moral Development Theory: (Lawrence Kohlberg)</a:t>
            </a:r>
          </a:p>
          <a:p>
            <a:endParaRPr lang="en-US" dirty="0"/>
          </a:p>
          <a:p>
            <a:pPr algn="just"/>
            <a:r>
              <a:rPr lang="en-US" sz="2400" b="1" dirty="0"/>
              <a:t>Kohlberg explained how people develop moral thinking, that means how we decide what is right and wrong as we grow.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/>
              <a:t>He said moral development happens in 3 levels and 6 stages. </a:t>
            </a:r>
          </a:p>
          <a:p>
            <a:pPr marL="342900" indent="-342900" algn="just">
              <a:buFont typeface="Wingdings" panose="05000000000000000000" pitchFamily="2" charset="2"/>
              <a:buChar char="§"/>
            </a:pPr>
            <a:r>
              <a:rPr lang="en-US" sz="2400" b="1" dirty="0"/>
              <a:t>Think of it like climbing steps from selfish thinking to ethical principles.</a:t>
            </a:r>
          </a:p>
          <a:p>
            <a:pPr algn="just"/>
            <a:endParaRPr lang="en-US" sz="2400" b="1" dirty="0">
              <a:solidFill>
                <a:schemeClr val="accent4">
                  <a:lumMod val="50000"/>
                </a:schemeClr>
              </a:solidFill>
            </a:endParaRPr>
          </a:p>
          <a:p>
            <a:pPr algn="just"/>
            <a:r>
              <a:rPr lang="en-US" sz="2400" b="1" dirty="0">
                <a:solidFill>
                  <a:schemeClr val="accent4">
                    <a:lumMod val="50000"/>
                  </a:schemeClr>
                </a:solidFill>
              </a:rPr>
              <a:t>He proposed that moral reasoning evolves through three distinct levels: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92509CD-B7AF-1703-8DDC-40A9D23D05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4455881"/>
              </p:ext>
            </p:extLst>
          </p:nvPr>
        </p:nvGraphicFramePr>
        <p:xfrm>
          <a:off x="400050" y="3190875"/>
          <a:ext cx="7615236" cy="3078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8412">
                  <a:extLst>
                    <a:ext uri="{9D8B030D-6E8A-4147-A177-3AD203B41FA5}">
                      <a16:colId xmlns:a16="http://schemas.microsoft.com/office/drawing/2014/main" val="2182695850"/>
                    </a:ext>
                  </a:extLst>
                </a:gridCol>
                <a:gridCol w="2538412">
                  <a:extLst>
                    <a:ext uri="{9D8B030D-6E8A-4147-A177-3AD203B41FA5}">
                      <a16:colId xmlns:a16="http://schemas.microsoft.com/office/drawing/2014/main" val="1279080020"/>
                    </a:ext>
                  </a:extLst>
                </a:gridCol>
                <a:gridCol w="2538412">
                  <a:extLst>
                    <a:ext uri="{9D8B030D-6E8A-4147-A177-3AD203B41FA5}">
                      <a16:colId xmlns:a16="http://schemas.microsoft.com/office/drawing/2014/main" val="3082797703"/>
                    </a:ext>
                  </a:extLst>
                </a:gridCol>
              </a:tblGrid>
              <a:tr h="99337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</a:rPr>
                        <a:t>Level I-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</a:rPr>
                        <a:t>Pre-Conventional</a:t>
                      </a:r>
                    </a:p>
                    <a:p>
                      <a:pPr algn="ctr"/>
                      <a:endParaRPr lang="en-US" sz="2400" dirty="0">
                        <a:latin typeface="Arial Black" panose="020B0A040201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</a:rPr>
                        <a:t>Level II- Conventional</a:t>
                      </a:r>
                    </a:p>
                    <a:p>
                      <a:pPr algn="ctr"/>
                      <a:endParaRPr lang="en-US" sz="2400" dirty="0">
                        <a:latin typeface="Arial Black" panose="020B0A040201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</a:rPr>
                        <a:t>Level III-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Arial Black" panose="020B0A04020102020204" pitchFamily="34" charset="0"/>
                        </a:rPr>
                        <a:t>Post-Conventional</a:t>
                      </a:r>
                    </a:p>
                    <a:p>
                      <a:pPr algn="ctr"/>
                      <a:endParaRPr lang="en-US" sz="2400" dirty="0">
                        <a:latin typeface="Arial Black" panose="020B0A04020102020204" pitchFamily="34" charset="0"/>
                      </a:endParaRP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9987043"/>
                  </a:ext>
                </a:extLst>
              </a:tr>
              <a:tr h="70120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Obedience &amp; Punishment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Good boy/girl</a:t>
                      </a:r>
                    </a:p>
                    <a:p>
                      <a:pPr algn="ctr"/>
                      <a:endParaRPr lang="en-US" sz="2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Social contract</a:t>
                      </a:r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1275492"/>
                  </a:ext>
                </a:extLst>
              </a:tr>
              <a:tr h="55219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Self-interest</a:t>
                      </a:r>
                    </a:p>
                    <a:p>
                      <a:pPr algn="ctr"/>
                      <a:endParaRPr lang="en-US" sz="2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Law &amp; order</a:t>
                      </a:r>
                    </a:p>
                    <a:p>
                      <a:pPr algn="ctr"/>
                      <a:endParaRPr lang="en-US" sz="2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200" b="1" dirty="0">
                          <a:solidFill>
                            <a:schemeClr val="accent6">
                              <a:lumMod val="50000"/>
                            </a:schemeClr>
                          </a:solidFill>
                        </a:rPr>
                        <a:t>Universal principles</a:t>
                      </a:r>
                    </a:p>
                    <a:p>
                      <a:pPr algn="ctr"/>
                      <a:endParaRPr lang="en-US" sz="2200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784566"/>
                  </a:ext>
                </a:extLst>
              </a:tr>
            </a:tbl>
          </a:graphicData>
        </a:graphic>
      </p:graphicFrame>
      <p:pic>
        <p:nvPicPr>
          <p:cNvPr id="6" name="Picture 5">
            <a:extLst>
              <a:ext uri="{FF2B5EF4-FFF2-40B4-BE49-F238E27FC236}">
                <a16:creationId xmlns:a16="http://schemas.microsoft.com/office/drawing/2014/main" id="{EA8EA058-3E48-B616-A6AE-586D1D7C59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5736" y="3076575"/>
            <a:ext cx="3826264" cy="37814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AE5851C-CE60-893E-97A6-EB33F660E84E}"/>
              </a:ext>
            </a:extLst>
          </p:cNvPr>
          <p:cNvSpPr txBox="1"/>
          <p:nvPr/>
        </p:nvSpPr>
        <p:spPr>
          <a:xfrm>
            <a:off x="1232500" y="6383655"/>
            <a:ext cx="630078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b="1" dirty="0"/>
              <a:t>Main Idea: Higher level → Higher ethical maturity</a:t>
            </a:r>
            <a:r>
              <a:rPr lang="en-US" b="1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63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24FAD61-9EA9-5C1A-2944-3FAC719F8B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947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DF31D-E305-5141-284A-B9B3CE9D31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6851"/>
            <a:ext cx="10515600" cy="635001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ARISTOTLE’S VIEW ON 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37566C-C2E7-1E11-E149-A809CA97C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0087" y="831852"/>
            <a:ext cx="11058525" cy="589756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chemeClr val="accent6">
                    <a:lumMod val="50000"/>
                  </a:schemeClr>
                </a:solidFill>
              </a:rPr>
              <a:t>Core Idea : Purpose of life is happiness (Eudaimonia).</a:t>
            </a:r>
          </a:p>
          <a:p>
            <a:pPr marL="0" indent="0" algn="just">
              <a:buNone/>
            </a:pPr>
            <a:r>
              <a:rPr lang="en-US" sz="2400" dirty="0"/>
              <a:t>Aristotle believed that </a:t>
            </a:r>
            <a:r>
              <a:rPr lang="en-US" sz="2400" b="1" dirty="0"/>
              <a:t>ethics is about developing good character</a:t>
            </a:r>
            <a:r>
              <a:rPr lang="en-US" sz="2400" dirty="0"/>
              <a:t>. The goal of human life is to achieve happiness (Eudaimonia). But this happiness does not mean pleasure or money. It means living a meaningful life, being a good human being and fulfilling your potential. </a:t>
            </a:r>
          </a:p>
          <a:p>
            <a:pPr marL="0" indent="0">
              <a:buNone/>
            </a:pPr>
            <a:endParaRPr lang="en-US" b="1" dirty="0">
              <a:solidFill>
                <a:srgbClr val="C00000"/>
              </a:solidFill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What is Virtue?</a:t>
            </a:r>
          </a:p>
          <a:p>
            <a:pPr marL="0" indent="0">
              <a:buNone/>
            </a:pPr>
            <a:r>
              <a:rPr lang="en-US" sz="2400" dirty="0"/>
              <a:t>According to Aristotle: Virtue means good habits that shape good character.</a:t>
            </a:r>
          </a:p>
          <a:p>
            <a:r>
              <a:rPr lang="en-US" sz="2400" b="1" dirty="0">
                <a:solidFill>
                  <a:schemeClr val="accent2">
                    <a:lumMod val="50000"/>
                  </a:schemeClr>
                </a:solidFill>
              </a:rPr>
              <a:t>Examples of virtues</a:t>
            </a:r>
            <a:r>
              <a:rPr lang="en-US" sz="2400" dirty="0"/>
              <a:t>: </a:t>
            </a:r>
            <a:r>
              <a:rPr lang="en-US" sz="2400" b="1" dirty="0">
                <a:solidFill>
                  <a:schemeClr val="accent6">
                    <a:lumMod val="50000"/>
                  </a:schemeClr>
                </a:solidFill>
              </a:rPr>
              <a:t>Honesty, Courage, Patience, Responsibility, Self-control etc.</a:t>
            </a:r>
          </a:p>
          <a:p>
            <a:pPr marL="0" indent="0">
              <a:buNone/>
            </a:pPr>
            <a:r>
              <a:rPr lang="en-US" sz="2400" b="1" dirty="0"/>
              <a:t>He believed: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We are not born virtuous.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We become virtuous through practice.</a:t>
            </a:r>
          </a:p>
          <a:p>
            <a:endParaRPr lang="en-US" sz="2400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3967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1295ECC-2075-AF41-F939-628E3DA8C4E0}"/>
              </a:ext>
            </a:extLst>
          </p:cNvPr>
          <p:cNvSpPr txBox="1"/>
          <p:nvPr/>
        </p:nvSpPr>
        <p:spPr>
          <a:xfrm>
            <a:off x="442913" y="498811"/>
            <a:ext cx="5543550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u="sng" dirty="0">
                <a:solidFill>
                  <a:srgbClr val="FF0000"/>
                </a:solidFill>
                <a:latin typeface="Arial Black" panose="020B0A04020102020204" pitchFamily="34" charset="0"/>
              </a:rPr>
              <a:t>The Golden Mean</a:t>
            </a:r>
          </a:p>
          <a:p>
            <a:pPr algn="just"/>
            <a:r>
              <a:rPr lang="en-US" sz="2200" b="1" dirty="0"/>
              <a:t>Aristotle said: Virtue lies between two extremes. This is called the Doctrine of the Mean (Golden Mean).</a:t>
            </a:r>
          </a:p>
          <a:p>
            <a:endParaRPr lang="en-US" sz="2000" dirty="0"/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2254F5E-CC09-E62B-F430-427FFECC50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4005254"/>
              </p:ext>
            </p:extLst>
          </p:nvPr>
        </p:nvGraphicFramePr>
        <p:xfrm>
          <a:off x="6400800" y="190931"/>
          <a:ext cx="5791200" cy="288668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0400">
                  <a:extLst>
                    <a:ext uri="{9D8B030D-6E8A-4147-A177-3AD203B41FA5}">
                      <a16:colId xmlns:a16="http://schemas.microsoft.com/office/drawing/2014/main" val="3759377134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1063359970"/>
                    </a:ext>
                  </a:extLst>
                </a:gridCol>
                <a:gridCol w="1930400">
                  <a:extLst>
                    <a:ext uri="{9D8B030D-6E8A-4147-A177-3AD203B41FA5}">
                      <a16:colId xmlns:a16="http://schemas.microsoft.com/office/drawing/2014/main" val="25215732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Too Little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Virtue (Middle)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solidFill>
                            <a:schemeClr val="accent2">
                              <a:lumMod val="50000"/>
                            </a:schemeClr>
                          </a:solidFill>
                        </a:rPr>
                        <a:t>Too Much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8069123"/>
                  </a:ext>
                </a:extLst>
              </a:tr>
              <a:tr h="64726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Cowardice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Courage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Recklessness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99559323"/>
                  </a:ext>
                </a:extLst>
              </a:tr>
              <a:tr h="64726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Laziness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Hard work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Workaholism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4524812"/>
                  </a:ext>
                </a:extLst>
              </a:tr>
              <a:tr h="647269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Silence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Confidence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/>
                        <a:t>Arrogance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796163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EC0F3B5-87D8-CB80-1A2E-0D2F2283CA2B}"/>
              </a:ext>
            </a:extLst>
          </p:cNvPr>
          <p:cNvSpPr txBox="1"/>
          <p:nvPr/>
        </p:nvSpPr>
        <p:spPr>
          <a:xfrm>
            <a:off x="442913" y="1976138"/>
            <a:ext cx="504348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Too much or too little is bad.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chemeClr val="accent5">
                    <a:lumMod val="50000"/>
                  </a:schemeClr>
                </a:solidFill>
              </a:rPr>
              <a:t>Balance is virtue.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1F3618-66DB-EE73-025F-83FDD478A84F}"/>
              </a:ext>
            </a:extLst>
          </p:cNvPr>
          <p:cNvSpPr txBox="1"/>
          <p:nvPr/>
        </p:nvSpPr>
        <p:spPr>
          <a:xfrm>
            <a:off x="442912" y="3345743"/>
            <a:ext cx="541496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b="1" dirty="0"/>
              <a:t>Focus on Character, Not Rules</a:t>
            </a:r>
          </a:p>
          <a:p>
            <a:pPr algn="just"/>
            <a:r>
              <a:rPr lang="en-US" sz="2200" b="1" dirty="0">
                <a:solidFill>
                  <a:schemeClr val="accent6">
                    <a:lumMod val="50000"/>
                  </a:schemeClr>
                </a:solidFill>
              </a:rPr>
              <a:t>Unlike rule-based ethics, Aristotle focused on: “Who you are” rather than “What rule you follow.”</a:t>
            </a:r>
          </a:p>
          <a:p>
            <a:pPr algn="just"/>
            <a:r>
              <a:rPr lang="en-US" sz="2200" b="1" dirty="0">
                <a:solidFill>
                  <a:schemeClr val="accent2">
                    <a:lumMod val="50000"/>
                  </a:schemeClr>
                </a:solidFill>
              </a:rPr>
              <a:t>He believed: </a:t>
            </a:r>
            <a:r>
              <a:rPr lang="en-US" sz="2200" b="1" dirty="0"/>
              <a:t>Good actions come from good character.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690BA27-0BD5-38D8-4016-CEBA9826B4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986713" y="3428999"/>
            <a:ext cx="3105149" cy="32380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059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9E2F70-1B6B-8D89-7092-34BC080765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97489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E94BC-C140-4F15-E0CB-0539475F7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2287"/>
            <a:ext cx="10515600" cy="97789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b="1" dirty="0">
                <a:solidFill>
                  <a:srgbClr val="FF0000"/>
                </a:solidFill>
                <a:latin typeface="Arial Black" panose="020B0A04020102020204" pitchFamily="34" charset="0"/>
              </a:rPr>
              <a:t>GOVERNING FACTORS OF VALUE SYSTEM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B50C6-F110-3376-CD6E-3162BE75D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4513"/>
            <a:ext cx="10515600" cy="43624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chemeClr val="accent4">
                    <a:lumMod val="50000"/>
                  </a:schemeClr>
                </a:solidFill>
                <a:latin typeface="Arial Black" panose="020B0A04020102020204" pitchFamily="34" charset="0"/>
              </a:rPr>
              <a:t>Values shaped by: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Family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Education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Religion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Culture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Media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Peer group</a:t>
            </a:r>
          </a:p>
          <a:p>
            <a:pPr lvl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altLang="en-US" sz="2400" b="1" dirty="0">
                <a:solidFill>
                  <a:schemeClr val="accent6">
                    <a:lumMod val="50000"/>
                  </a:schemeClr>
                </a:solidFill>
                <a:latin typeface="Arial" panose="020B0604020202020204" pitchFamily="34" charset="0"/>
              </a:rPr>
              <a:t>Personal experience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chemeClr val="accent4">
                    <a:lumMod val="50000"/>
                  </a:schemeClr>
                </a:solidFill>
              </a:rPr>
              <a:t>Role: Determines behavior and decisions.</a:t>
            </a:r>
          </a:p>
        </p:txBody>
      </p:sp>
    </p:spTree>
    <p:extLst>
      <p:ext uri="{BB962C8B-B14F-4D97-AF65-F5344CB8AC3E}">
        <p14:creationId xmlns:p14="http://schemas.microsoft.com/office/powerpoint/2010/main" val="4022292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F2FF9E-E1BE-B099-B88E-C6A50B9037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875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565</Words>
  <Application>Microsoft Office PowerPoint</Application>
  <PresentationFormat>Widescreen</PresentationFormat>
  <Paragraphs>97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Arial Black</vt:lpstr>
      <vt:lpstr>Calibri</vt:lpstr>
      <vt:lpstr>Calibri Light</vt:lpstr>
      <vt:lpstr>Courier New</vt:lpstr>
      <vt:lpstr>Wingdings</vt:lpstr>
      <vt:lpstr>Office Theme</vt:lpstr>
      <vt:lpstr>MORAL DEVELOPMENT THEORY – JEAN PIAGET</vt:lpstr>
      <vt:lpstr>PowerPoint Presentation</vt:lpstr>
      <vt:lpstr>PowerPoint Presentation</vt:lpstr>
      <vt:lpstr>PowerPoint Presentation</vt:lpstr>
      <vt:lpstr>PowerPoint Presentation</vt:lpstr>
      <vt:lpstr>ARISTOTLE’S VIEW ON ETHICS</vt:lpstr>
      <vt:lpstr>PowerPoint Presentation</vt:lpstr>
      <vt:lpstr>PowerPoint Presentation</vt:lpstr>
      <vt:lpstr>GOVERNING FACTORS OF VALUE SYSTEM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Mousumi Ray</dc:creator>
  <cp:lastModifiedBy>Mousumi Ray</cp:lastModifiedBy>
  <cp:revision>44</cp:revision>
  <dcterms:created xsi:type="dcterms:W3CDTF">2026-02-13T05:09:36Z</dcterms:created>
  <dcterms:modified xsi:type="dcterms:W3CDTF">2026-02-27T05:12:50Z</dcterms:modified>
</cp:coreProperties>
</file>